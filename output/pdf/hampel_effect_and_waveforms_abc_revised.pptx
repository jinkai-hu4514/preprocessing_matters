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3086413" cy="933570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viewProps" Target="viewProps.xml"/><Relationship Id="rId4" Type="http://schemas.openxmlformats.org/officeDocument/2006/relationships/tableStyles" Target="tableStyles.xml"/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1" Type="http://schemas.openxmlformats.org/officeDocument/2006/relationships/image" Target="../media/image40.png"/><Relationship Id="rId40" Type="http://schemas.openxmlformats.org/officeDocument/2006/relationships/image" Target="../media/image39.png"/><Relationship Id="rId4" Type="http://schemas.openxmlformats.org/officeDocument/2006/relationships/image" Target="../media/image3.png"/><Relationship Id="rId39" Type="http://schemas.openxmlformats.org/officeDocument/2006/relationships/image" Target="../media/image38.png"/><Relationship Id="rId38" Type="http://schemas.openxmlformats.org/officeDocument/2006/relationships/image" Target="../media/image37.png"/><Relationship Id="rId37" Type="http://schemas.openxmlformats.org/officeDocument/2006/relationships/image" Target="../media/image36.png"/><Relationship Id="rId36" Type="http://schemas.openxmlformats.org/officeDocument/2006/relationships/image" Target="../media/image35.png"/><Relationship Id="rId35" Type="http://schemas.openxmlformats.org/officeDocument/2006/relationships/image" Target="../media/image34.png"/><Relationship Id="rId34" Type="http://schemas.openxmlformats.org/officeDocument/2006/relationships/image" Target="../media/image33.png"/><Relationship Id="rId33" Type="http://schemas.openxmlformats.org/officeDocument/2006/relationships/image" Target="../media/image32.png"/><Relationship Id="rId32" Type="http://schemas.openxmlformats.org/officeDocument/2006/relationships/image" Target="../media/image31.png"/><Relationship Id="rId31" Type="http://schemas.openxmlformats.org/officeDocument/2006/relationships/image" Target="../media/image30.png"/><Relationship Id="rId30" Type="http://schemas.openxmlformats.org/officeDocument/2006/relationships/image" Target="../media/image29.png"/><Relationship Id="rId3" Type="http://schemas.openxmlformats.org/officeDocument/2006/relationships/image" Target="../media/image2.png"/><Relationship Id="rId29" Type="http://schemas.openxmlformats.org/officeDocument/2006/relationships/image" Target="../media/image28.png"/><Relationship Id="rId28" Type="http://schemas.openxmlformats.org/officeDocument/2006/relationships/image" Target="../media/image27.png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24.png"/><Relationship Id="rId24" Type="http://schemas.openxmlformats.org/officeDocument/2006/relationships/image" Target="../media/image23.png"/><Relationship Id="rId23" Type="http://schemas.openxmlformats.org/officeDocument/2006/relationships/image" Target="../media/image22.png"/><Relationship Id="rId22" Type="http://schemas.openxmlformats.org/officeDocument/2006/relationships/image" Target="../media/image21.png"/><Relationship Id="rId21" Type="http://schemas.openxmlformats.org/officeDocument/2006/relationships/image" Target="../media/image20.png"/><Relationship Id="rId20" Type="http://schemas.openxmlformats.org/officeDocument/2006/relationships/image" Target="../media/image19.png"/><Relationship Id="rId2" Type="http://schemas.openxmlformats.org/officeDocument/2006/relationships/image" Target="../media/image1.png"/><Relationship Id="rId19" Type="http://schemas.openxmlformats.org/officeDocument/2006/relationships/image" Target="../media/image18.png"/><Relationship Id="rId18" Type="http://schemas.openxmlformats.org/officeDocument/2006/relationships/image" Target="../media/image17.png"/><Relationship Id="rId17" Type="http://schemas.openxmlformats.org/officeDocument/2006/relationships/image" Target="../media/image16.png"/><Relationship Id="rId16" Type="http://schemas.openxmlformats.org/officeDocument/2006/relationships/image" Target="../media/image15.png"/><Relationship Id="rId15" Type="http://schemas.openxmlformats.org/officeDocument/2006/relationships/image" Target="../media/image14.png"/><Relationship Id="rId14" Type="http://schemas.openxmlformats.org/officeDocument/2006/relationships/image" Target="../media/image13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25406" y="320357"/>
            <a:ext cx="12374329" cy="2489082"/>
            <a:chOff x="0" y="0"/>
            <a:chExt cx="12374329" cy="2489082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2374329" cy="2489082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737987" y="61545"/>
              <a:ext cx="10909934" cy="20186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459864" algn="l" rtl="0" eaLnBrk="0">
                <a:lnSpc>
                  <a:spcPts val="1091"/>
                </a:lnSpc>
                <a:tabLst/>
              </a:pP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Waveform correlation, </a:t>
              </a:r>
              <a:r>
                <a:rPr sz="800" i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r </a:t>
              </a: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= 0</a:t>
              </a:r>
              <a:r>
                <a:rPr sz="800" kern="0" spc="-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.766</a:t>
              </a:r>
              <a:endParaRPr sz="800" dirty="0">
                <a:latin typeface="Arial"/>
                <a:ea typeface="Arial"/>
                <a:cs typeface="Arial"/>
              </a:endParaRPr>
            </a:p>
            <a:p>
              <a:pPr marL="1013460" algn="l" rtl="0" eaLnBrk="0">
                <a:lnSpc>
                  <a:spcPts val="1864"/>
                </a:lnSpc>
                <a:tabLst/>
              </a:pP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91.85%</a:t>
              </a:r>
              <a:endParaRPr sz="700" dirty="0">
                <a:latin typeface="Arial"/>
                <a:ea typeface="Arial"/>
                <a:cs typeface="Arial"/>
              </a:endParaRPr>
            </a:p>
            <a:p>
              <a:pPr marL="7611744" algn="l" rtl="0" eaLnBrk="0">
                <a:lnSpc>
                  <a:spcPts val="1010"/>
                </a:lnSpc>
                <a:spcBef>
                  <a:spcPts val="273"/>
                </a:spcBef>
                <a:tabLst/>
              </a:pP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84.3%</a:t>
              </a: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4035425" algn="l" rtl="0" eaLnBrk="0">
                <a:lnSpc>
                  <a:spcPts val="893"/>
                </a:lnSpc>
                <a:spcBef>
                  <a:spcPts val="216"/>
                </a:spcBef>
                <a:tabLst/>
              </a:pP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69.44%</a:t>
              </a:r>
              <a:endParaRPr sz="7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1313"/>
                </a:lnSpc>
                <a:tabLst/>
              </a:pPr>
              <a:r>
                <a:rPr sz="1100" kern="0" spc="0" baseline="32513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64.9%</a:t>
              </a: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</a:t>
              </a: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</a:t>
              </a:r>
              <a:r>
                <a:rPr sz="1100" kern="0" spc="0" baseline="-5368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62.4%</a:t>
              </a:r>
              <a:endParaRPr sz="1100" baseline="-5368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9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5594350" algn="l" rtl="0" eaLnBrk="0">
                <a:lnSpc>
                  <a:spcPts val="1010"/>
                </a:lnSpc>
                <a:spcBef>
                  <a:spcPts val="212"/>
                </a:spcBef>
                <a:tabLst/>
              </a:pP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41.7%</a:t>
              </a:r>
              <a:endParaRPr sz="700" dirty="0">
                <a:latin typeface="Arial"/>
                <a:ea typeface="Arial"/>
                <a:cs typeface="Arial"/>
              </a:endParaRPr>
            </a:p>
            <a:p>
              <a:pPr marL="2021204" algn="l" rtl="0" eaLnBrk="0">
                <a:lnSpc>
                  <a:spcPts val="1010"/>
                </a:lnSpc>
                <a:spcBef>
                  <a:spcPts val="462"/>
                </a:spcBef>
                <a:tabLst/>
              </a:pPr>
              <a:r>
                <a:rPr sz="7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33.05%</a:t>
              </a:r>
              <a:endParaRPr sz="7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77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010"/>
                </a:lnSpc>
                <a:spcBef>
                  <a:spcPts val="1"/>
                </a:spcBef>
                <a:tabLst/>
              </a:pPr>
              <a:r>
                <a:rPr sz="7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17.33%</a:t>
              </a:r>
              <a:endParaRPr sz="7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6" name="textbox 6"/>
          <p:cNvSpPr/>
          <p:nvPr/>
        </p:nvSpPr>
        <p:spPr>
          <a:xfrm>
            <a:off x="1301634" y="2818782"/>
            <a:ext cx="11054715" cy="786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52"/>
              </a:lnSpc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CSI values                    Frames with ≥1                  High-change                       Temporal                       Peak intensity                                              Static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Walking                                Fall                               Sleeping                           Drinking                         Sitting / TV</a:t>
            </a:r>
            <a:endParaRPr sz="700" dirty="0">
              <a:latin typeface="Arial"/>
              <a:ea typeface="Arial"/>
              <a:cs typeface="Arial"/>
            </a:endParaRPr>
          </a:p>
          <a:p>
            <a:pPr marL="58419" algn="l" rtl="0" eaLnBrk="0">
              <a:lnSpc>
                <a:spcPts val="861"/>
              </a:lnSpc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replaced                       replacement                     CSI replaced 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variation removed                    removed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4425950" algn="l" rtl="0" eaLnBrk="0">
              <a:lnSpc>
                <a:spcPct val="77000"/>
              </a:lnSpc>
              <a:spcBef>
                <a:spcPts val="2"/>
              </a:spcBef>
              <a:tabLst>
                <a:tab pos="4664075" algn="l"/>
              </a:tabLst>
            </a:pPr>
            <a:r>
              <a:rPr sz="800" strike="sngStrike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Raw                Hampel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Replaced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8" name="path 8"/>
          <p:cNvSpPr/>
          <p:nvPr/>
        </p:nvSpPr>
        <p:spPr>
          <a:xfrm>
            <a:off x="7259635" y="3505285"/>
            <a:ext cx="60960" cy="60959"/>
          </a:xfrm>
          <a:custGeom>
            <a:avLst/>
            <a:gdLst/>
            <a:ahLst/>
            <a:cxnLst/>
            <a:rect l="0" t="0" r="0" b="0"/>
            <a:pathLst>
              <a:path w="96" h="95">
                <a:moveTo>
                  <a:pt x="48" y="87"/>
                </a:moveTo>
                <a:cubicBezTo>
                  <a:pt x="58" y="87"/>
                  <a:pt x="68" y="83"/>
                  <a:pt x="76" y="76"/>
                </a:cubicBezTo>
                <a:cubicBezTo>
                  <a:pt x="83" y="68"/>
                  <a:pt x="88" y="58"/>
                  <a:pt x="88" y="47"/>
                </a:cubicBezTo>
                <a:cubicBezTo>
                  <a:pt x="88" y="37"/>
                  <a:pt x="83" y="27"/>
                  <a:pt x="76" y="19"/>
                </a:cubicBezTo>
                <a:cubicBezTo>
                  <a:pt x="68" y="12"/>
                  <a:pt x="58" y="7"/>
                  <a:pt x="48" y="7"/>
                </a:cubicBezTo>
                <a:cubicBezTo>
                  <a:pt x="37" y="7"/>
                  <a:pt x="27" y="12"/>
                  <a:pt x="19" y="19"/>
                </a:cubicBezTo>
                <a:cubicBezTo>
                  <a:pt x="12" y="27"/>
                  <a:pt x="8" y="37"/>
                  <a:pt x="8" y="47"/>
                </a:cubicBezTo>
                <a:cubicBezTo>
                  <a:pt x="8" y="58"/>
                  <a:pt x="12" y="68"/>
                  <a:pt x="19" y="76"/>
                </a:cubicBezTo>
                <a:cubicBezTo>
                  <a:pt x="27" y="83"/>
                  <a:pt x="37" y="87"/>
                  <a:pt x="48" y="87"/>
                </a:cubicBezTo>
              </a:path>
            </a:pathLst>
          </a:custGeom>
          <a:noFill/>
          <a:ln w="10160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" name="path 10"/>
          <p:cNvSpPr/>
          <p:nvPr/>
        </p:nvSpPr>
        <p:spPr>
          <a:xfrm>
            <a:off x="6389136" y="3528462"/>
            <a:ext cx="238125" cy="14605"/>
          </a:xfrm>
          <a:custGeom>
            <a:avLst/>
            <a:gdLst/>
            <a:ahLst/>
            <a:cxnLst/>
            <a:rect l="0" t="0" r="0" b="0"/>
            <a:pathLst>
              <a:path w="375" h="23">
                <a:moveTo>
                  <a:pt x="11" y="11"/>
                </a:moveTo>
                <a:lnTo>
                  <a:pt x="187" y="11"/>
                </a:lnTo>
                <a:lnTo>
                  <a:pt x="363" y="11"/>
                </a:lnTo>
              </a:path>
            </a:pathLst>
          </a:custGeom>
          <a:noFill/>
          <a:ln w="14604" cap="sq">
            <a:solidFill>
              <a:srgbClr val="0072B2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textbox 12"/>
          <p:cNvSpPr/>
          <p:nvPr/>
        </p:nvSpPr>
        <p:spPr>
          <a:xfrm>
            <a:off x="2647258" y="8710969"/>
            <a:ext cx="8163559" cy="532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73829" algn="l" rtl="0" eaLnBrk="0">
              <a:lnSpc>
                <a:spcPts val="1228"/>
              </a:lnSpc>
              <a:tabLst/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Time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(s)</a:t>
            </a: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32"/>
              </a:lnSpc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(b)</a:t>
            </a:r>
            <a:r>
              <a:rPr sz="1000" b="1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ElderAL actions (11-frame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Hampel)                                          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                                                           (c) XRF55</a:t>
            </a:r>
            <a:r>
              <a:rPr sz="1000" b="1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Hampel windows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964100" y="5517393"/>
            <a:ext cx="2867873" cy="1360749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133447" y="3881222"/>
            <a:ext cx="31750" cy="825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133447" y="3839215"/>
            <a:ext cx="2866287" cy="1359161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25406" y="7198745"/>
            <a:ext cx="2866287" cy="1359161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25406" y="3839215"/>
            <a:ext cx="2866287" cy="1359161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25406" y="5518980"/>
            <a:ext cx="2866287" cy="1359161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794753" y="7198745"/>
            <a:ext cx="2866286" cy="1359161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794753" y="3839215"/>
            <a:ext cx="2866286" cy="1359161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794753" y="5518980"/>
            <a:ext cx="2866286" cy="1359161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964100" y="3843977"/>
            <a:ext cx="2861524" cy="1354399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0133447" y="5523742"/>
            <a:ext cx="2861523" cy="1354399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10289696" y="7203507"/>
            <a:ext cx="8255" cy="1354399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0804716" y="7203507"/>
            <a:ext cx="8255" cy="1354399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1834755" y="7203507"/>
            <a:ext cx="8255" cy="1354399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1319734" y="7203507"/>
            <a:ext cx="8255" cy="1354399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12349774" y="7203507"/>
            <a:ext cx="8255" cy="1354399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12864793" y="7203507"/>
            <a:ext cx="8255" cy="135439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0133447" y="7240751"/>
            <a:ext cx="2861523" cy="1231120"/>
          </a:xfrm>
          <a:prstGeom prst="rect">
            <a:avLst/>
          </a:prstGeom>
        </p:spPr>
      </p:pic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10160434" y="7198745"/>
          <a:ext cx="2839084" cy="1331594"/>
        </p:xfrm>
        <a:graphic>
          <a:graphicData uri="http://schemas.openxmlformats.org/drawingml/2006/table">
            <a:tbl>
              <a:tblPr/>
              <a:tblGrid>
                <a:gridCol w="2839084"/>
              </a:tblGrid>
              <a:tr h="13220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2" name="table 52"/>
          <p:cNvGraphicFramePr>
            <a:graphicFrameLocks noGrp="1"/>
          </p:cNvGraphicFramePr>
          <p:nvPr/>
        </p:nvGraphicFramePr>
        <p:xfrm>
          <a:off x="10160434" y="5518980"/>
          <a:ext cx="2839084" cy="1331595"/>
        </p:xfrm>
        <a:graphic>
          <a:graphicData uri="http://schemas.openxmlformats.org/drawingml/2006/table">
            <a:tbl>
              <a:tblPr/>
              <a:tblGrid>
                <a:gridCol w="2839084"/>
              </a:tblGrid>
              <a:tr h="13220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4" name="picture 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8665406" y="7203507"/>
            <a:ext cx="8255" cy="1354399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9695446" y="7203507"/>
            <a:ext cx="8255" cy="1354399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8150388" y="7203507"/>
            <a:ext cx="8255" cy="1354399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7635369" y="7203507"/>
            <a:ext cx="8255" cy="1354399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7120349" y="7203507"/>
            <a:ext cx="8255" cy="1354399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9180426" y="7203507"/>
            <a:ext cx="8255" cy="1354399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6964100" y="7648374"/>
            <a:ext cx="2861524" cy="8254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6964100" y="7444562"/>
            <a:ext cx="2861524" cy="8254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6964100" y="7240751"/>
            <a:ext cx="2861524" cy="8254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 rot="21600000">
            <a:off x="6964100" y="8055995"/>
            <a:ext cx="2861524" cy="8254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 rot="21600000">
            <a:off x="6964100" y="8259806"/>
            <a:ext cx="2861524" cy="8254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 rot="21600000">
            <a:off x="6964100" y="8463617"/>
            <a:ext cx="2861524" cy="8254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 rot="21600000">
            <a:off x="6964100" y="7852184"/>
            <a:ext cx="2861524" cy="8254"/>
          </a:xfrm>
          <a:prstGeom prst="rect">
            <a:avLst/>
          </a:prstGeom>
        </p:spPr>
      </p:pic>
      <p:graphicFrame>
        <p:nvGraphicFramePr>
          <p:cNvPr id="80" name="table 80"/>
          <p:cNvGraphicFramePr>
            <a:graphicFrameLocks noGrp="1"/>
          </p:cNvGraphicFramePr>
          <p:nvPr/>
        </p:nvGraphicFramePr>
        <p:xfrm>
          <a:off x="6991088" y="7198745"/>
          <a:ext cx="2839084" cy="1331594"/>
        </p:xfrm>
        <a:graphic>
          <a:graphicData uri="http://schemas.openxmlformats.org/drawingml/2006/table">
            <a:tbl>
              <a:tblPr/>
              <a:tblGrid>
                <a:gridCol w="2839084"/>
              </a:tblGrid>
              <a:tr h="13220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2" name="picture 82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 rot="21600000">
            <a:off x="6964100" y="4492655"/>
            <a:ext cx="2861524" cy="8255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 rot="21600000">
            <a:off x="6964100" y="4288844"/>
            <a:ext cx="2861524" cy="8255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 rot="21600000">
            <a:off x="6964100" y="4085033"/>
            <a:ext cx="2861524" cy="8255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 rot="21600000">
            <a:off x="6964100" y="4696466"/>
            <a:ext cx="2861524" cy="8255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 rot="21600000">
            <a:off x="6964100" y="4900276"/>
            <a:ext cx="2861524" cy="8255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7117174" y="3896795"/>
            <a:ext cx="2587125" cy="1215744"/>
            <a:chOff x="0" y="0"/>
            <a:chExt cx="2587125" cy="1215744"/>
          </a:xfrm>
        </p:grpSpPr>
        <p:sp>
          <p:nvSpPr>
            <p:cNvPr id="92" name="path 92"/>
            <p:cNvSpPr/>
            <p:nvPr/>
          </p:nvSpPr>
          <p:spPr>
            <a:xfrm>
              <a:off x="1270" y="1270"/>
              <a:ext cx="2584584" cy="1214473"/>
            </a:xfrm>
            <a:custGeom>
              <a:avLst/>
              <a:gdLst/>
              <a:ahLst/>
              <a:cxnLst/>
              <a:rect l="0" t="0" r="0" b="0"/>
              <a:pathLst>
                <a:path w="4070" h="1912">
                  <a:moveTo>
                    <a:pt x="9" y="759"/>
                  </a:moveTo>
                  <a:lnTo>
                    <a:pt x="13" y="703"/>
                  </a:lnTo>
                  <a:lnTo>
                    <a:pt x="17" y="487"/>
                  </a:lnTo>
                  <a:lnTo>
                    <a:pt x="21" y="605"/>
                  </a:lnTo>
                  <a:lnTo>
                    <a:pt x="25" y="263"/>
                  </a:lnTo>
                  <a:lnTo>
                    <a:pt x="29" y="367"/>
                  </a:lnTo>
                  <a:lnTo>
                    <a:pt x="33" y="946"/>
                  </a:lnTo>
                  <a:lnTo>
                    <a:pt x="37" y="831"/>
                  </a:lnTo>
                  <a:lnTo>
                    <a:pt x="41" y="237"/>
                  </a:lnTo>
                  <a:lnTo>
                    <a:pt x="50" y="888"/>
                  </a:lnTo>
                  <a:lnTo>
                    <a:pt x="54" y="902"/>
                  </a:lnTo>
                  <a:lnTo>
                    <a:pt x="62" y="1317"/>
                  </a:lnTo>
                  <a:lnTo>
                    <a:pt x="66" y="496"/>
                  </a:lnTo>
                  <a:lnTo>
                    <a:pt x="74" y="1126"/>
                  </a:lnTo>
                  <a:lnTo>
                    <a:pt x="78" y="1039"/>
                  </a:lnTo>
                  <a:lnTo>
                    <a:pt x="82" y="1152"/>
                  </a:lnTo>
                  <a:lnTo>
                    <a:pt x="86" y="680"/>
                  </a:lnTo>
                  <a:lnTo>
                    <a:pt x="90" y="909"/>
                  </a:lnTo>
                  <a:lnTo>
                    <a:pt x="94" y="1429"/>
                  </a:lnTo>
                  <a:lnTo>
                    <a:pt x="98" y="331"/>
                  </a:lnTo>
                  <a:lnTo>
                    <a:pt x="102" y="1049"/>
                  </a:lnTo>
                  <a:lnTo>
                    <a:pt x="106" y="1088"/>
                  </a:lnTo>
                  <a:lnTo>
                    <a:pt x="118" y="704"/>
                  </a:lnTo>
                  <a:lnTo>
                    <a:pt x="123" y="911"/>
                  </a:lnTo>
                  <a:lnTo>
                    <a:pt x="127" y="732"/>
                  </a:lnTo>
                  <a:lnTo>
                    <a:pt x="131" y="706"/>
                  </a:lnTo>
                  <a:lnTo>
                    <a:pt x="135" y="51"/>
                  </a:lnTo>
                  <a:lnTo>
                    <a:pt x="139" y="1043"/>
                  </a:lnTo>
                  <a:lnTo>
                    <a:pt x="143" y="1054"/>
                  </a:lnTo>
                  <a:lnTo>
                    <a:pt x="147" y="1032"/>
                  </a:lnTo>
                  <a:lnTo>
                    <a:pt x="151" y="1233"/>
                  </a:lnTo>
                  <a:lnTo>
                    <a:pt x="155" y="1294"/>
                  </a:lnTo>
                  <a:lnTo>
                    <a:pt x="159" y="1156"/>
                  </a:lnTo>
                  <a:lnTo>
                    <a:pt x="167" y="1261"/>
                  </a:lnTo>
                  <a:lnTo>
                    <a:pt x="171" y="1169"/>
                  </a:lnTo>
                  <a:lnTo>
                    <a:pt x="175" y="418"/>
                  </a:lnTo>
                  <a:lnTo>
                    <a:pt x="179" y="1132"/>
                  </a:lnTo>
                  <a:lnTo>
                    <a:pt x="183" y="1023"/>
                  </a:lnTo>
                  <a:lnTo>
                    <a:pt x="187" y="1333"/>
                  </a:lnTo>
                  <a:lnTo>
                    <a:pt x="191" y="846"/>
                  </a:lnTo>
                  <a:lnTo>
                    <a:pt x="196" y="714"/>
                  </a:lnTo>
                  <a:lnTo>
                    <a:pt x="200" y="705"/>
                  </a:lnTo>
                  <a:lnTo>
                    <a:pt x="204" y="916"/>
                  </a:lnTo>
                  <a:lnTo>
                    <a:pt x="208" y="696"/>
                  </a:lnTo>
                  <a:lnTo>
                    <a:pt x="216" y="809"/>
                  </a:lnTo>
                  <a:lnTo>
                    <a:pt x="220" y="640"/>
                  </a:lnTo>
                  <a:lnTo>
                    <a:pt x="224" y="740"/>
                  </a:lnTo>
                  <a:lnTo>
                    <a:pt x="228" y="729"/>
                  </a:lnTo>
                  <a:lnTo>
                    <a:pt x="240" y="995"/>
                  </a:lnTo>
                  <a:lnTo>
                    <a:pt x="244" y="931"/>
                  </a:lnTo>
                  <a:lnTo>
                    <a:pt x="248" y="943"/>
                  </a:lnTo>
                  <a:lnTo>
                    <a:pt x="252" y="1086"/>
                  </a:lnTo>
                  <a:lnTo>
                    <a:pt x="256" y="606"/>
                  </a:lnTo>
                  <a:lnTo>
                    <a:pt x="260" y="1156"/>
                  </a:lnTo>
                  <a:lnTo>
                    <a:pt x="264" y="1239"/>
                  </a:lnTo>
                  <a:lnTo>
                    <a:pt x="269" y="1215"/>
                  </a:lnTo>
                  <a:lnTo>
                    <a:pt x="273" y="1328"/>
                  </a:lnTo>
                  <a:lnTo>
                    <a:pt x="277" y="1358"/>
                  </a:lnTo>
                  <a:lnTo>
                    <a:pt x="281" y="593"/>
                  </a:lnTo>
                  <a:lnTo>
                    <a:pt x="285" y="1144"/>
                  </a:lnTo>
                  <a:lnTo>
                    <a:pt x="289" y="530"/>
                  </a:lnTo>
                  <a:lnTo>
                    <a:pt x="293" y="737"/>
                  </a:lnTo>
                  <a:lnTo>
                    <a:pt x="297" y="826"/>
                  </a:lnTo>
                  <a:lnTo>
                    <a:pt x="301" y="607"/>
                  </a:lnTo>
                  <a:lnTo>
                    <a:pt x="305" y="817"/>
                  </a:lnTo>
                  <a:lnTo>
                    <a:pt x="309" y="725"/>
                  </a:lnTo>
                  <a:lnTo>
                    <a:pt x="313" y="767"/>
                  </a:lnTo>
                  <a:lnTo>
                    <a:pt x="317" y="169"/>
                  </a:lnTo>
                  <a:lnTo>
                    <a:pt x="321" y="1055"/>
                  </a:lnTo>
                  <a:lnTo>
                    <a:pt x="325" y="941"/>
                  </a:lnTo>
                  <a:lnTo>
                    <a:pt x="329" y="739"/>
                  </a:lnTo>
                  <a:lnTo>
                    <a:pt x="333" y="1174"/>
                  </a:lnTo>
                  <a:lnTo>
                    <a:pt x="342" y="428"/>
                  </a:lnTo>
                  <a:lnTo>
                    <a:pt x="346" y="356"/>
                  </a:lnTo>
                  <a:lnTo>
                    <a:pt x="354" y="808"/>
                  </a:lnTo>
                  <a:lnTo>
                    <a:pt x="358" y="554"/>
                  </a:lnTo>
                  <a:lnTo>
                    <a:pt x="362" y="1101"/>
                  </a:lnTo>
                  <a:lnTo>
                    <a:pt x="366" y="602"/>
                  </a:lnTo>
                  <a:lnTo>
                    <a:pt x="370" y="586"/>
                  </a:lnTo>
                  <a:lnTo>
                    <a:pt x="374" y="1022"/>
                  </a:lnTo>
                  <a:lnTo>
                    <a:pt x="378" y="1034"/>
                  </a:lnTo>
                  <a:lnTo>
                    <a:pt x="382" y="1024"/>
                  </a:lnTo>
                  <a:lnTo>
                    <a:pt x="386" y="1630"/>
                  </a:lnTo>
                  <a:lnTo>
                    <a:pt x="394" y="755"/>
                  </a:lnTo>
                  <a:lnTo>
                    <a:pt x="398" y="814"/>
                  </a:lnTo>
                  <a:lnTo>
                    <a:pt x="402" y="1029"/>
                  </a:lnTo>
                  <a:lnTo>
                    <a:pt x="406" y="894"/>
                  </a:lnTo>
                  <a:lnTo>
                    <a:pt x="410" y="1054"/>
                  </a:lnTo>
                  <a:lnTo>
                    <a:pt x="415" y="847"/>
                  </a:lnTo>
                  <a:lnTo>
                    <a:pt x="419" y="834"/>
                  </a:lnTo>
                  <a:lnTo>
                    <a:pt x="423" y="774"/>
                  </a:lnTo>
                  <a:lnTo>
                    <a:pt x="427" y="985"/>
                  </a:lnTo>
                  <a:lnTo>
                    <a:pt x="431" y="248"/>
                  </a:lnTo>
                  <a:lnTo>
                    <a:pt x="435" y="923"/>
                  </a:lnTo>
                  <a:lnTo>
                    <a:pt x="439" y="406"/>
                  </a:lnTo>
                  <a:lnTo>
                    <a:pt x="447" y="997"/>
                  </a:lnTo>
                  <a:lnTo>
                    <a:pt x="451" y="1041"/>
                  </a:lnTo>
                  <a:lnTo>
                    <a:pt x="455" y="273"/>
                  </a:lnTo>
                  <a:lnTo>
                    <a:pt x="459" y="273"/>
                  </a:lnTo>
                  <a:lnTo>
                    <a:pt x="463" y="920"/>
                  </a:lnTo>
                  <a:lnTo>
                    <a:pt x="467" y="949"/>
                  </a:lnTo>
                  <a:lnTo>
                    <a:pt x="471" y="776"/>
                  </a:lnTo>
                  <a:lnTo>
                    <a:pt x="483" y="825"/>
                  </a:lnTo>
                  <a:lnTo>
                    <a:pt x="488" y="909"/>
                  </a:lnTo>
                  <a:lnTo>
                    <a:pt x="496" y="194"/>
                  </a:lnTo>
                  <a:lnTo>
                    <a:pt x="500" y="329"/>
                  </a:lnTo>
                  <a:lnTo>
                    <a:pt x="504" y="753"/>
                  </a:lnTo>
                  <a:lnTo>
                    <a:pt x="508" y="872"/>
                  </a:lnTo>
                  <a:lnTo>
                    <a:pt x="516" y="665"/>
                  </a:lnTo>
                  <a:lnTo>
                    <a:pt x="520" y="658"/>
                  </a:lnTo>
                  <a:lnTo>
                    <a:pt x="524" y="725"/>
                  </a:lnTo>
                  <a:lnTo>
                    <a:pt x="528" y="1323"/>
                  </a:lnTo>
                  <a:lnTo>
                    <a:pt x="532" y="1247"/>
                  </a:lnTo>
                  <a:lnTo>
                    <a:pt x="536" y="980"/>
                  </a:lnTo>
                  <a:lnTo>
                    <a:pt x="540" y="1274"/>
                  </a:lnTo>
                  <a:lnTo>
                    <a:pt x="544" y="1344"/>
                  </a:lnTo>
                  <a:lnTo>
                    <a:pt x="552" y="1010"/>
                  </a:lnTo>
                  <a:lnTo>
                    <a:pt x="556" y="1261"/>
                  </a:lnTo>
                  <a:lnTo>
                    <a:pt x="561" y="1212"/>
                  </a:lnTo>
                  <a:lnTo>
                    <a:pt x="565" y="1077"/>
                  </a:lnTo>
                  <a:lnTo>
                    <a:pt x="569" y="1328"/>
                  </a:lnTo>
                  <a:lnTo>
                    <a:pt x="573" y="373"/>
                  </a:lnTo>
                  <a:lnTo>
                    <a:pt x="577" y="1048"/>
                  </a:lnTo>
                  <a:lnTo>
                    <a:pt x="581" y="1102"/>
                  </a:lnTo>
                  <a:lnTo>
                    <a:pt x="585" y="1060"/>
                  </a:lnTo>
                  <a:lnTo>
                    <a:pt x="589" y="1049"/>
                  </a:lnTo>
                  <a:lnTo>
                    <a:pt x="593" y="943"/>
                  </a:lnTo>
                  <a:lnTo>
                    <a:pt x="597" y="496"/>
                  </a:lnTo>
                  <a:lnTo>
                    <a:pt x="601" y="1042"/>
                  </a:lnTo>
                  <a:lnTo>
                    <a:pt x="605" y="1193"/>
                  </a:lnTo>
                  <a:lnTo>
                    <a:pt x="609" y="1136"/>
                  </a:lnTo>
                  <a:lnTo>
                    <a:pt x="613" y="875"/>
                  </a:lnTo>
                  <a:lnTo>
                    <a:pt x="621" y="1152"/>
                  </a:lnTo>
                  <a:lnTo>
                    <a:pt x="625" y="1165"/>
                  </a:lnTo>
                  <a:lnTo>
                    <a:pt x="629" y="1065"/>
                  </a:lnTo>
                  <a:lnTo>
                    <a:pt x="634" y="1259"/>
                  </a:lnTo>
                  <a:lnTo>
                    <a:pt x="638" y="701"/>
                  </a:lnTo>
                  <a:lnTo>
                    <a:pt x="642" y="1176"/>
                  </a:lnTo>
                  <a:lnTo>
                    <a:pt x="646" y="1251"/>
                  </a:lnTo>
                  <a:lnTo>
                    <a:pt x="650" y="1375"/>
                  </a:lnTo>
                  <a:lnTo>
                    <a:pt x="654" y="872"/>
                  </a:lnTo>
                  <a:lnTo>
                    <a:pt x="658" y="887"/>
                  </a:lnTo>
                  <a:lnTo>
                    <a:pt x="662" y="795"/>
                  </a:lnTo>
                  <a:lnTo>
                    <a:pt x="666" y="834"/>
                  </a:lnTo>
                  <a:lnTo>
                    <a:pt x="674" y="783"/>
                  </a:lnTo>
                  <a:lnTo>
                    <a:pt x="678" y="635"/>
                  </a:lnTo>
                  <a:lnTo>
                    <a:pt x="686" y="1080"/>
                  </a:lnTo>
                  <a:lnTo>
                    <a:pt x="690" y="1098"/>
                  </a:lnTo>
                  <a:lnTo>
                    <a:pt x="698" y="518"/>
                  </a:lnTo>
                  <a:lnTo>
                    <a:pt x="707" y="1258"/>
                  </a:lnTo>
                  <a:lnTo>
                    <a:pt x="711" y="971"/>
                  </a:lnTo>
                  <a:lnTo>
                    <a:pt x="715" y="403"/>
                  </a:lnTo>
                  <a:lnTo>
                    <a:pt x="719" y="280"/>
                  </a:lnTo>
                  <a:lnTo>
                    <a:pt x="723" y="1035"/>
                  </a:lnTo>
                  <a:lnTo>
                    <a:pt x="727" y="1031"/>
                  </a:lnTo>
                  <a:lnTo>
                    <a:pt x="731" y="897"/>
                  </a:lnTo>
                  <a:lnTo>
                    <a:pt x="735" y="963"/>
                  </a:lnTo>
                  <a:lnTo>
                    <a:pt x="739" y="592"/>
                  </a:lnTo>
                  <a:lnTo>
                    <a:pt x="743" y="1066"/>
                  </a:lnTo>
                  <a:lnTo>
                    <a:pt x="747" y="673"/>
                  </a:lnTo>
                  <a:lnTo>
                    <a:pt x="751" y="987"/>
                  </a:lnTo>
                  <a:lnTo>
                    <a:pt x="755" y="963"/>
                  </a:lnTo>
                  <a:lnTo>
                    <a:pt x="759" y="658"/>
                  </a:lnTo>
                  <a:lnTo>
                    <a:pt x="763" y="741"/>
                  </a:lnTo>
                  <a:lnTo>
                    <a:pt x="767" y="1027"/>
                  </a:lnTo>
                  <a:lnTo>
                    <a:pt x="771" y="605"/>
                  </a:lnTo>
                  <a:lnTo>
                    <a:pt x="775" y="1265"/>
                  </a:lnTo>
                  <a:lnTo>
                    <a:pt x="780" y="1392"/>
                  </a:lnTo>
                  <a:lnTo>
                    <a:pt x="784" y="1205"/>
                  </a:lnTo>
                  <a:lnTo>
                    <a:pt x="788" y="1136"/>
                  </a:lnTo>
                  <a:lnTo>
                    <a:pt x="792" y="1236"/>
                  </a:lnTo>
                  <a:lnTo>
                    <a:pt x="800" y="1044"/>
                  </a:lnTo>
                  <a:lnTo>
                    <a:pt x="804" y="737"/>
                  </a:lnTo>
                  <a:lnTo>
                    <a:pt x="808" y="729"/>
                  </a:lnTo>
                  <a:lnTo>
                    <a:pt x="812" y="685"/>
                  </a:lnTo>
                  <a:lnTo>
                    <a:pt x="816" y="701"/>
                  </a:lnTo>
                  <a:lnTo>
                    <a:pt x="820" y="547"/>
                  </a:lnTo>
                  <a:lnTo>
                    <a:pt x="824" y="561"/>
                  </a:lnTo>
                  <a:lnTo>
                    <a:pt x="828" y="473"/>
                  </a:lnTo>
                  <a:lnTo>
                    <a:pt x="832" y="631"/>
                  </a:lnTo>
                  <a:lnTo>
                    <a:pt x="836" y="538"/>
                  </a:lnTo>
                  <a:lnTo>
                    <a:pt x="840" y="627"/>
                  </a:lnTo>
                  <a:lnTo>
                    <a:pt x="844" y="1060"/>
                  </a:lnTo>
                  <a:lnTo>
                    <a:pt x="848" y="638"/>
                  </a:lnTo>
                  <a:lnTo>
                    <a:pt x="852" y="925"/>
                  </a:lnTo>
                  <a:lnTo>
                    <a:pt x="857" y="923"/>
                  </a:lnTo>
                  <a:lnTo>
                    <a:pt x="861" y="817"/>
                  </a:lnTo>
                  <a:lnTo>
                    <a:pt x="865" y="117"/>
                  </a:lnTo>
                  <a:lnTo>
                    <a:pt x="869" y="808"/>
                  </a:lnTo>
                  <a:lnTo>
                    <a:pt x="873" y="936"/>
                  </a:lnTo>
                  <a:lnTo>
                    <a:pt x="877" y="1154"/>
                  </a:lnTo>
                  <a:lnTo>
                    <a:pt x="881" y="477"/>
                  </a:lnTo>
                  <a:lnTo>
                    <a:pt x="885" y="542"/>
                  </a:lnTo>
                  <a:lnTo>
                    <a:pt x="889" y="737"/>
                  </a:lnTo>
                  <a:lnTo>
                    <a:pt x="893" y="619"/>
                  </a:lnTo>
                  <a:lnTo>
                    <a:pt x="897" y="665"/>
                  </a:lnTo>
                  <a:lnTo>
                    <a:pt x="901" y="188"/>
                  </a:lnTo>
                  <a:lnTo>
                    <a:pt x="905" y="914"/>
                  </a:lnTo>
                  <a:lnTo>
                    <a:pt x="909" y="782"/>
                  </a:lnTo>
                  <a:lnTo>
                    <a:pt x="913" y="1244"/>
                  </a:lnTo>
                  <a:lnTo>
                    <a:pt x="917" y="1236"/>
                  </a:lnTo>
                  <a:lnTo>
                    <a:pt x="921" y="898"/>
                  </a:lnTo>
                  <a:lnTo>
                    <a:pt x="925" y="116"/>
                  </a:lnTo>
                  <a:lnTo>
                    <a:pt x="930" y="829"/>
                  </a:lnTo>
                  <a:lnTo>
                    <a:pt x="934" y="570"/>
                  </a:lnTo>
                  <a:lnTo>
                    <a:pt x="938" y="9"/>
                  </a:lnTo>
                  <a:lnTo>
                    <a:pt x="942" y="821"/>
                  </a:lnTo>
                  <a:lnTo>
                    <a:pt x="946" y="857"/>
                  </a:lnTo>
                  <a:lnTo>
                    <a:pt x="950" y="339"/>
                  </a:lnTo>
                  <a:lnTo>
                    <a:pt x="954" y="530"/>
                  </a:lnTo>
                  <a:lnTo>
                    <a:pt x="958" y="860"/>
                  </a:lnTo>
                  <a:lnTo>
                    <a:pt x="962" y="329"/>
                  </a:lnTo>
                  <a:lnTo>
                    <a:pt x="974" y="1311"/>
                  </a:lnTo>
                  <a:lnTo>
                    <a:pt x="978" y="1048"/>
                  </a:lnTo>
                  <a:lnTo>
                    <a:pt x="982" y="1166"/>
                  </a:lnTo>
                  <a:lnTo>
                    <a:pt x="990" y="875"/>
                  </a:lnTo>
                  <a:lnTo>
                    <a:pt x="994" y="939"/>
                  </a:lnTo>
                  <a:lnTo>
                    <a:pt x="998" y="1085"/>
                  </a:lnTo>
                  <a:lnTo>
                    <a:pt x="1003" y="1017"/>
                  </a:lnTo>
                  <a:lnTo>
                    <a:pt x="1007" y="1207"/>
                  </a:lnTo>
                  <a:lnTo>
                    <a:pt x="1011" y="1000"/>
                  </a:lnTo>
                  <a:lnTo>
                    <a:pt x="1015" y="1108"/>
                  </a:lnTo>
                  <a:lnTo>
                    <a:pt x="1019" y="849"/>
                  </a:lnTo>
                  <a:lnTo>
                    <a:pt x="1023" y="937"/>
                  </a:lnTo>
                  <a:lnTo>
                    <a:pt x="1027" y="220"/>
                  </a:lnTo>
                  <a:lnTo>
                    <a:pt x="1031" y="897"/>
                  </a:lnTo>
                  <a:lnTo>
                    <a:pt x="1035" y="952"/>
                  </a:lnTo>
                  <a:lnTo>
                    <a:pt x="1039" y="907"/>
                  </a:lnTo>
                  <a:lnTo>
                    <a:pt x="1043" y="1112"/>
                  </a:lnTo>
                  <a:lnTo>
                    <a:pt x="1047" y="1031"/>
                  </a:lnTo>
                  <a:lnTo>
                    <a:pt x="1051" y="1135"/>
                  </a:lnTo>
                  <a:lnTo>
                    <a:pt x="1055" y="1038"/>
                  </a:lnTo>
                  <a:lnTo>
                    <a:pt x="1059" y="641"/>
                  </a:lnTo>
                  <a:lnTo>
                    <a:pt x="1063" y="1335"/>
                  </a:lnTo>
                  <a:lnTo>
                    <a:pt x="1067" y="734"/>
                  </a:lnTo>
                  <a:lnTo>
                    <a:pt x="1071" y="1381"/>
                  </a:lnTo>
                  <a:lnTo>
                    <a:pt x="1076" y="1005"/>
                  </a:lnTo>
                  <a:lnTo>
                    <a:pt x="1080" y="1131"/>
                  </a:lnTo>
                  <a:lnTo>
                    <a:pt x="1084" y="817"/>
                  </a:lnTo>
                  <a:lnTo>
                    <a:pt x="1088" y="873"/>
                  </a:lnTo>
                  <a:lnTo>
                    <a:pt x="1092" y="878"/>
                  </a:lnTo>
                  <a:lnTo>
                    <a:pt x="1096" y="1130"/>
                  </a:lnTo>
                  <a:lnTo>
                    <a:pt x="1104" y="373"/>
                  </a:lnTo>
                  <a:lnTo>
                    <a:pt x="1108" y="1130"/>
                  </a:lnTo>
                  <a:lnTo>
                    <a:pt x="1112" y="1241"/>
                  </a:lnTo>
                  <a:lnTo>
                    <a:pt x="1116" y="1278"/>
                  </a:lnTo>
                  <a:lnTo>
                    <a:pt x="1120" y="1251"/>
                  </a:lnTo>
                  <a:lnTo>
                    <a:pt x="1128" y="1111"/>
                  </a:lnTo>
                  <a:lnTo>
                    <a:pt x="1132" y="850"/>
                  </a:lnTo>
                  <a:lnTo>
                    <a:pt x="1136" y="1060"/>
                  </a:lnTo>
                  <a:lnTo>
                    <a:pt x="1140" y="1026"/>
                  </a:lnTo>
                  <a:lnTo>
                    <a:pt x="1144" y="1027"/>
                  </a:lnTo>
                  <a:lnTo>
                    <a:pt x="1149" y="451"/>
                  </a:lnTo>
                  <a:lnTo>
                    <a:pt x="1161" y="1421"/>
                  </a:lnTo>
                  <a:lnTo>
                    <a:pt x="1165" y="732"/>
                  </a:lnTo>
                  <a:lnTo>
                    <a:pt x="1169" y="833"/>
                  </a:lnTo>
                  <a:lnTo>
                    <a:pt x="1173" y="466"/>
                  </a:lnTo>
                  <a:lnTo>
                    <a:pt x="1181" y="1313"/>
                  </a:lnTo>
                  <a:lnTo>
                    <a:pt x="1185" y="1326"/>
                  </a:lnTo>
                  <a:lnTo>
                    <a:pt x="1189" y="1220"/>
                  </a:lnTo>
                  <a:lnTo>
                    <a:pt x="1193" y="351"/>
                  </a:lnTo>
                  <a:lnTo>
                    <a:pt x="1197" y="1388"/>
                  </a:lnTo>
                  <a:lnTo>
                    <a:pt x="1201" y="925"/>
                  </a:lnTo>
                  <a:lnTo>
                    <a:pt x="1205" y="1158"/>
                  </a:lnTo>
                  <a:lnTo>
                    <a:pt x="1209" y="1219"/>
                  </a:lnTo>
                  <a:lnTo>
                    <a:pt x="1213" y="1102"/>
                  </a:lnTo>
                  <a:lnTo>
                    <a:pt x="1226" y="359"/>
                  </a:lnTo>
                  <a:lnTo>
                    <a:pt x="1230" y="335"/>
                  </a:lnTo>
                  <a:lnTo>
                    <a:pt x="1238" y="765"/>
                  </a:lnTo>
                  <a:lnTo>
                    <a:pt x="1246" y="400"/>
                  </a:lnTo>
                  <a:lnTo>
                    <a:pt x="1250" y="429"/>
                  </a:lnTo>
                  <a:lnTo>
                    <a:pt x="1254" y="1042"/>
                  </a:lnTo>
                  <a:lnTo>
                    <a:pt x="1258" y="962"/>
                  </a:lnTo>
                  <a:lnTo>
                    <a:pt x="1262" y="1346"/>
                  </a:lnTo>
                  <a:lnTo>
                    <a:pt x="1266" y="1431"/>
                  </a:lnTo>
                  <a:lnTo>
                    <a:pt x="1270" y="717"/>
                  </a:lnTo>
                  <a:lnTo>
                    <a:pt x="1274" y="1055"/>
                  </a:lnTo>
                  <a:lnTo>
                    <a:pt x="1278" y="1188"/>
                  </a:lnTo>
                  <a:lnTo>
                    <a:pt x="1282" y="1022"/>
                  </a:lnTo>
                  <a:lnTo>
                    <a:pt x="1286" y="1245"/>
                  </a:lnTo>
                  <a:lnTo>
                    <a:pt x="1290" y="642"/>
                  </a:lnTo>
                  <a:lnTo>
                    <a:pt x="1295" y="656"/>
                  </a:lnTo>
                  <a:lnTo>
                    <a:pt x="1299" y="1247"/>
                  </a:lnTo>
                  <a:lnTo>
                    <a:pt x="1303" y="1247"/>
                  </a:lnTo>
                  <a:lnTo>
                    <a:pt x="1307" y="1258"/>
                  </a:lnTo>
                  <a:lnTo>
                    <a:pt x="1311" y="774"/>
                  </a:lnTo>
                  <a:lnTo>
                    <a:pt x="1315" y="1580"/>
                  </a:lnTo>
                  <a:lnTo>
                    <a:pt x="1319" y="1389"/>
                  </a:lnTo>
                  <a:lnTo>
                    <a:pt x="1327" y="1435"/>
                  </a:lnTo>
                  <a:lnTo>
                    <a:pt x="1331" y="1199"/>
                  </a:lnTo>
                  <a:lnTo>
                    <a:pt x="1335" y="593"/>
                  </a:lnTo>
                  <a:lnTo>
                    <a:pt x="1339" y="1213"/>
                  </a:lnTo>
                  <a:lnTo>
                    <a:pt x="1343" y="1227"/>
                  </a:lnTo>
                  <a:lnTo>
                    <a:pt x="1347" y="1474"/>
                  </a:lnTo>
                  <a:lnTo>
                    <a:pt x="1355" y="1358"/>
                  </a:lnTo>
                  <a:lnTo>
                    <a:pt x="1359" y="1622"/>
                  </a:lnTo>
                  <a:lnTo>
                    <a:pt x="1363" y="618"/>
                  </a:lnTo>
                  <a:lnTo>
                    <a:pt x="1368" y="1544"/>
                  </a:lnTo>
                  <a:lnTo>
                    <a:pt x="1372" y="716"/>
                  </a:lnTo>
                  <a:lnTo>
                    <a:pt x="1376" y="1435"/>
                  </a:lnTo>
                  <a:lnTo>
                    <a:pt x="1380" y="634"/>
                  </a:lnTo>
                  <a:lnTo>
                    <a:pt x="1384" y="1304"/>
                  </a:lnTo>
                  <a:lnTo>
                    <a:pt x="1388" y="1435"/>
                  </a:lnTo>
                  <a:lnTo>
                    <a:pt x="1392" y="773"/>
                  </a:lnTo>
                  <a:lnTo>
                    <a:pt x="1396" y="613"/>
                  </a:lnTo>
                  <a:lnTo>
                    <a:pt x="1404" y="853"/>
                  </a:lnTo>
                  <a:lnTo>
                    <a:pt x="1408" y="399"/>
                  </a:lnTo>
                  <a:lnTo>
                    <a:pt x="1412" y="801"/>
                  </a:lnTo>
                  <a:lnTo>
                    <a:pt x="1416" y="344"/>
                  </a:lnTo>
                  <a:lnTo>
                    <a:pt x="1420" y="278"/>
                  </a:lnTo>
                  <a:lnTo>
                    <a:pt x="1424" y="990"/>
                  </a:lnTo>
                  <a:lnTo>
                    <a:pt x="1432" y="1063"/>
                  </a:lnTo>
                  <a:lnTo>
                    <a:pt x="1441" y="869"/>
                  </a:lnTo>
                  <a:lnTo>
                    <a:pt x="1445" y="1031"/>
                  </a:lnTo>
                  <a:lnTo>
                    <a:pt x="1449" y="510"/>
                  </a:lnTo>
                  <a:lnTo>
                    <a:pt x="1453" y="1189"/>
                  </a:lnTo>
                  <a:lnTo>
                    <a:pt x="1461" y="1015"/>
                  </a:lnTo>
                  <a:lnTo>
                    <a:pt x="1465" y="1224"/>
                  </a:lnTo>
                  <a:lnTo>
                    <a:pt x="1469" y="1204"/>
                  </a:lnTo>
                  <a:lnTo>
                    <a:pt x="1477" y="1019"/>
                  </a:lnTo>
                  <a:lnTo>
                    <a:pt x="1481" y="1258"/>
                  </a:lnTo>
                  <a:lnTo>
                    <a:pt x="1485" y="559"/>
                  </a:lnTo>
                  <a:lnTo>
                    <a:pt x="1489" y="1426"/>
                  </a:lnTo>
                  <a:lnTo>
                    <a:pt x="1493" y="847"/>
                  </a:lnTo>
                  <a:lnTo>
                    <a:pt x="1497" y="1483"/>
                  </a:lnTo>
                  <a:lnTo>
                    <a:pt x="1501" y="1276"/>
                  </a:lnTo>
                  <a:lnTo>
                    <a:pt x="1505" y="1454"/>
                  </a:lnTo>
                  <a:lnTo>
                    <a:pt x="1509" y="1448"/>
                  </a:lnTo>
                  <a:lnTo>
                    <a:pt x="1514" y="617"/>
                  </a:lnTo>
                  <a:lnTo>
                    <a:pt x="1518" y="899"/>
                  </a:lnTo>
                  <a:lnTo>
                    <a:pt x="1522" y="775"/>
                  </a:lnTo>
                  <a:lnTo>
                    <a:pt x="1526" y="788"/>
                  </a:lnTo>
                  <a:lnTo>
                    <a:pt x="1530" y="926"/>
                  </a:lnTo>
                  <a:lnTo>
                    <a:pt x="1534" y="568"/>
                  </a:lnTo>
                  <a:lnTo>
                    <a:pt x="1538" y="726"/>
                  </a:lnTo>
                  <a:lnTo>
                    <a:pt x="1542" y="726"/>
                  </a:lnTo>
                  <a:lnTo>
                    <a:pt x="1546" y="1283"/>
                  </a:lnTo>
                  <a:lnTo>
                    <a:pt x="1550" y="463"/>
                  </a:lnTo>
                  <a:lnTo>
                    <a:pt x="1554" y="1326"/>
                  </a:lnTo>
                  <a:lnTo>
                    <a:pt x="1562" y="685"/>
                  </a:lnTo>
                  <a:lnTo>
                    <a:pt x="1566" y="785"/>
                  </a:lnTo>
                  <a:lnTo>
                    <a:pt x="1570" y="955"/>
                  </a:lnTo>
                  <a:lnTo>
                    <a:pt x="1574" y="353"/>
                  </a:lnTo>
                  <a:lnTo>
                    <a:pt x="1578" y="827"/>
                  </a:lnTo>
                  <a:lnTo>
                    <a:pt x="1586" y="1175"/>
                  </a:lnTo>
                  <a:lnTo>
                    <a:pt x="1591" y="904"/>
                  </a:lnTo>
                  <a:lnTo>
                    <a:pt x="1595" y="859"/>
                  </a:lnTo>
                  <a:lnTo>
                    <a:pt x="1599" y="898"/>
                  </a:lnTo>
                  <a:lnTo>
                    <a:pt x="1603" y="438"/>
                  </a:lnTo>
                  <a:lnTo>
                    <a:pt x="1607" y="482"/>
                  </a:lnTo>
                  <a:lnTo>
                    <a:pt x="1611" y="378"/>
                  </a:lnTo>
                  <a:lnTo>
                    <a:pt x="1615" y="374"/>
                  </a:lnTo>
                  <a:lnTo>
                    <a:pt x="1619" y="458"/>
                  </a:lnTo>
                  <a:lnTo>
                    <a:pt x="1623" y="443"/>
                  </a:lnTo>
                  <a:lnTo>
                    <a:pt x="1627" y="518"/>
                  </a:lnTo>
                  <a:lnTo>
                    <a:pt x="1631" y="1044"/>
                  </a:lnTo>
                  <a:lnTo>
                    <a:pt x="1635" y="1256"/>
                  </a:lnTo>
                  <a:lnTo>
                    <a:pt x="1639" y="898"/>
                  </a:lnTo>
                  <a:lnTo>
                    <a:pt x="1643" y="987"/>
                  </a:lnTo>
                  <a:lnTo>
                    <a:pt x="1647" y="1391"/>
                  </a:lnTo>
                  <a:lnTo>
                    <a:pt x="1651" y="617"/>
                  </a:lnTo>
                  <a:lnTo>
                    <a:pt x="1655" y="891"/>
                  </a:lnTo>
                  <a:lnTo>
                    <a:pt x="1664" y="855"/>
                  </a:lnTo>
                  <a:lnTo>
                    <a:pt x="1668" y="754"/>
                  </a:lnTo>
                  <a:lnTo>
                    <a:pt x="1672" y="864"/>
                  </a:lnTo>
                  <a:lnTo>
                    <a:pt x="1676" y="410"/>
                  </a:lnTo>
                  <a:lnTo>
                    <a:pt x="1680" y="799"/>
                  </a:lnTo>
                  <a:lnTo>
                    <a:pt x="1684" y="855"/>
                  </a:lnTo>
                  <a:lnTo>
                    <a:pt x="1688" y="995"/>
                  </a:lnTo>
                  <a:lnTo>
                    <a:pt x="1696" y="753"/>
                  </a:lnTo>
                  <a:lnTo>
                    <a:pt x="1700" y="718"/>
                  </a:lnTo>
                  <a:lnTo>
                    <a:pt x="1704" y="503"/>
                  </a:lnTo>
                  <a:lnTo>
                    <a:pt x="1712" y="1292"/>
                  </a:lnTo>
                  <a:lnTo>
                    <a:pt x="1716" y="1161"/>
                  </a:lnTo>
                  <a:lnTo>
                    <a:pt x="1720" y="829"/>
                  </a:lnTo>
                  <a:lnTo>
                    <a:pt x="1724" y="1436"/>
                  </a:lnTo>
                  <a:lnTo>
                    <a:pt x="1728" y="539"/>
                  </a:lnTo>
                  <a:lnTo>
                    <a:pt x="1732" y="578"/>
                  </a:lnTo>
                  <a:lnTo>
                    <a:pt x="1737" y="1143"/>
                  </a:lnTo>
                  <a:lnTo>
                    <a:pt x="1741" y="1158"/>
                  </a:lnTo>
                  <a:lnTo>
                    <a:pt x="1745" y="1359"/>
                  </a:lnTo>
                  <a:lnTo>
                    <a:pt x="1749" y="1299"/>
                  </a:lnTo>
                  <a:lnTo>
                    <a:pt x="1753" y="1336"/>
                  </a:lnTo>
                  <a:lnTo>
                    <a:pt x="1761" y="1455"/>
                  </a:lnTo>
                  <a:lnTo>
                    <a:pt x="1773" y="1279"/>
                  </a:lnTo>
                  <a:lnTo>
                    <a:pt x="1777" y="619"/>
                  </a:lnTo>
                  <a:lnTo>
                    <a:pt x="1781" y="592"/>
                  </a:lnTo>
                  <a:lnTo>
                    <a:pt x="1785" y="458"/>
                  </a:lnTo>
                  <a:lnTo>
                    <a:pt x="1789" y="1274"/>
                  </a:lnTo>
                  <a:lnTo>
                    <a:pt x="1793" y="1201"/>
                  </a:lnTo>
                  <a:lnTo>
                    <a:pt x="1797" y="1011"/>
                  </a:lnTo>
                  <a:lnTo>
                    <a:pt x="1801" y="1027"/>
                  </a:lnTo>
                  <a:lnTo>
                    <a:pt x="1805" y="593"/>
                  </a:lnTo>
                  <a:lnTo>
                    <a:pt x="1810" y="1292"/>
                  </a:lnTo>
                  <a:lnTo>
                    <a:pt x="1814" y="1187"/>
                  </a:lnTo>
                  <a:lnTo>
                    <a:pt x="1818" y="1438"/>
                  </a:lnTo>
                  <a:lnTo>
                    <a:pt x="1822" y="1491"/>
                  </a:lnTo>
                  <a:lnTo>
                    <a:pt x="1826" y="1375"/>
                  </a:lnTo>
                  <a:lnTo>
                    <a:pt x="1830" y="1407"/>
                  </a:lnTo>
                  <a:lnTo>
                    <a:pt x="1834" y="1296"/>
                  </a:lnTo>
                  <a:lnTo>
                    <a:pt x="1838" y="1271"/>
                  </a:lnTo>
                  <a:lnTo>
                    <a:pt x="1842" y="1059"/>
                  </a:lnTo>
                  <a:lnTo>
                    <a:pt x="1846" y="1044"/>
                  </a:lnTo>
                  <a:lnTo>
                    <a:pt x="1854" y="1259"/>
                  </a:lnTo>
                  <a:lnTo>
                    <a:pt x="1858" y="1478"/>
                  </a:lnTo>
                  <a:lnTo>
                    <a:pt x="1862" y="932"/>
                  </a:lnTo>
                  <a:lnTo>
                    <a:pt x="1866" y="942"/>
                  </a:lnTo>
                  <a:lnTo>
                    <a:pt x="1870" y="1121"/>
                  </a:lnTo>
                  <a:lnTo>
                    <a:pt x="1874" y="784"/>
                  </a:lnTo>
                  <a:lnTo>
                    <a:pt x="1878" y="964"/>
                  </a:lnTo>
                  <a:lnTo>
                    <a:pt x="1883" y="756"/>
                  </a:lnTo>
                  <a:lnTo>
                    <a:pt x="1887" y="939"/>
                  </a:lnTo>
                  <a:lnTo>
                    <a:pt x="1891" y="1428"/>
                  </a:lnTo>
                  <a:lnTo>
                    <a:pt x="1895" y="880"/>
                  </a:lnTo>
                  <a:lnTo>
                    <a:pt x="1899" y="1025"/>
                  </a:lnTo>
                  <a:lnTo>
                    <a:pt x="1903" y="924"/>
                  </a:lnTo>
                  <a:lnTo>
                    <a:pt x="1907" y="1296"/>
                  </a:lnTo>
                  <a:lnTo>
                    <a:pt x="1911" y="1063"/>
                  </a:lnTo>
                  <a:lnTo>
                    <a:pt x="1919" y="1144"/>
                  </a:lnTo>
                  <a:lnTo>
                    <a:pt x="1923" y="933"/>
                  </a:lnTo>
                  <a:lnTo>
                    <a:pt x="1927" y="906"/>
                  </a:lnTo>
                  <a:lnTo>
                    <a:pt x="1931" y="928"/>
                  </a:lnTo>
                  <a:lnTo>
                    <a:pt x="1935" y="1302"/>
                  </a:lnTo>
                  <a:lnTo>
                    <a:pt x="1939" y="1085"/>
                  </a:lnTo>
                  <a:lnTo>
                    <a:pt x="1943" y="993"/>
                  </a:lnTo>
                  <a:lnTo>
                    <a:pt x="1947" y="1258"/>
                  </a:lnTo>
                  <a:lnTo>
                    <a:pt x="1951" y="1077"/>
                  </a:lnTo>
                  <a:lnTo>
                    <a:pt x="1956" y="1334"/>
                  </a:lnTo>
                  <a:lnTo>
                    <a:pt x="1960" y="1247"/>
                  </a:lnTo>
                  <a:lnTo>
                    <a:pt x="1964" y="1039"/>
                  </a:lnTo>
                  <a:lnTo>
                    <a:pt x="1972" y="1258"/>
                  </a:lnTo>
                  <a:lnTo>
                    <a:pt x="1976" y="1073"/>
                  </a:lnTo>
                  <a:lnTo>
                    <a:pt x="1980" y="1301"/>
                  </a:lnTo>
                  <a:lnTo>
                    <a:pt x="1984" y="1293"/>
                  </a:lnTo>
                  <a:lnTo>
                    <a:pt x="1988" y="1026"/>
                  </a:lnTo>
                  <a:lnTo>
                    <a:pt x="1992" y="950"/>
                  </a:lnTo>
                  <a:lnTo>
                    <a:pt x="1996" y="1055"/>
                  </a:lnTo>
                  <a:lnTo>
                    <a:pt x="2000" y="1265"/>
                  </a:lnTo>
                  <a:lnTo>
                    <a:pt x="2004" y="1716"/>
                  </a:lnTo>
                  <a:lnTo>
                    <a:pt x="2008" y="824"/>
                  </a:lnTo>
                  <a:lnTo>
                    <a:pt x="2012" y="1426"/>
                  </a:lnTo>
                  <a:lnTo>
                    <a:pt x="2016" y="883"/>
                  </a:lnTo>
                  <a:lnTo>
                    <a:pt x="2020" y="1530"/>
                  </a:lnTo>
                  <a:lnTo>
                    <a:pt x="2024" y="985"/>
                  </a:lnTo>
                  <a:lnTo>
                    <a:pt x="2029" y="1401"/>
                  </a:lnTo>
                  <a:lnTo>
                    <a:pt x="2033" y="831"/>
                  </a:lnTo>
                  <a:lnTo>
                    <a:pt x="2037" y="860"/>
                  </a:lnTo>
                  <a:lnTo>
                    <a:pt x="2041" y="700"/>
                  </a:lnTo>
                  <a:lnTo>
                    <a:pt x="2049" y="947"/>
                  </a:lnTo>
                  <a:lnTo>
                    <a:pt x="2053" y="906"/>
                  </a:lnTo>
                  <a:lnTo>
                    <a:pt x="2057" y="1072"/>
                  </a:lnTo>
                  <a:lnTo>
                    <a:pt x="2061" y="839"/>
                  </a:lnTo>
                  <a:lnTo>
                    <a:pt x="2065" y="856"/>
                  </a:lnTo>
                  <a:lnTo>
                    <a:pt x="2069" y="982"/>
                  </a:lnTo>
                  <a:lnTo>
                    <a:pt x="2073" y="1589"/>
                  </a:lnTo>
                  <a:lnTo>
                    <a:pt x="2077" y="988"/>
                  </a:lnTo>
                  <a:lnTo>
                    <a:pt x="2085" y="853"/>
                  </a:lnTo>
                  <a:lnTo>
                    <a:pt x="2089" y="1734"/>
                  </a:lnTo>
                  <a:lnTo>
                    <a:pt x="2093" y="724"/>
                  </a:lnTo>
                  <a:lnTo>
                    <a:pt x="2097" y="810"/>
                  </a:lnTo>
                  <a:lnTo>
                    <a:pt x="2102" y="845"/>
                  </a:lnTo>
                  <a:lnTo>
                    <a:pt x="2106" y="1405"/>
                  </a:lnTo>
                  <a:lnTo>
                    <a:pt x="2114" y="626"/>
                  </a:lnTo>
                  <a:lnTo>
                    <a:pt x="2118" y="935"/>
                  </a:lnTo>
                  <a:lnTo>
                    <a:pt x="2122" y="919"/>
                  </a:lnTo>
                  <a:lnTo>
                    <a:pt x="2126" y="1194"/>
                  </a:lnTo>
                  <a:lnTo>
                    <a:pt x="2130" y="952"/>
                  </a:lnTo>
                  <a:lnTo>
                    <a:pt x="2134" y="1903"/>
                  </a:lnTo>
                  <a:lnTo>
                    <a:pt x="2138" y="1099"/>
                  </a:lnTo>
                  <a:lnTo>
                    <a:pt x="2142" y="883"/>
                  </a:lnTo>
                  <a:lnTo>
                    <a:pt x="2146" y="1518"/>
                  </a:lnTo>
                  <a:lnTo>
                    <a:pt x="2150" y="1458"/>
                  </a:lnTo>
                  <a:lnTo>
                    <a:pt x="2158" y="677"/>
                  </a:lnTo>
                  <a:lnTo>
                    <a:pt x="2162" y="1268"/>
                  </a:lnTo>
                  <a:lnTo>
                    <a:pt x="2166" y="1055"/>
                  </a:lnTo>
                  <a:lnTo>
                    <a:pt x="2175" y="1352"/>
                  </a:lnTo>
                  <a:lnTo>
                    <a:pt x="2179" y="670"/>
                  </a:lnTo>
                  <a:lnTo>
                    <a:pt x="2183" y="617"/>
                  </a:lnTo>
                  <a:lnTo>
                    <a:pt x="2187" y="735"/>
                  </a:lnTo>
                  <a:lnTo>
                    <a:pt x="2191" y="1008"/>
                  </a:lnTo>
                  <a:lnTo>
                    <a:pt x="2195" y="821"/>
                  </a:lnTo>
                  <a:lnTo>
                    <a:pt x="2199" y="1018"/>
                  </a:lnTo>
                  <a:lnTo>
                    <a:pt x="2203" y="853"/>
                  </a:lnTo>
                  <a:lnTo>
                    <a:pt x="2207" y="926"/>
                  </a:lnTo>
                  <a:lnTo>
                    <a:pt x="2215" y="1466"/>
                  </a:lnTo>
                  <a:lnTo>
                    <a:pt x="2223" y="993"/>
                  </a:lnTo>
                  <a:lnTo>
                    <a:pt x="2227" y="1360"/>
                  </a:lnTo>
                  <a:lnTo>
                    <a:pt x="2235" y="1168"/>
                  </a:lnTo>
                  <a:lnTo>
                    <a:pt x="2243" y="783"/>
                  </a:lnTo>
                  <a:lnTo>
                    <a:pt x="2248" y="952"/>
                  </a:lnTo>
                  <a:lnTo>
                    <a:pt x="2252" y="1343"/>
                  </a:lnTo>
                  <a:lnTo>
                    <a:pt x="2256" y="816"/>
                  </a:lnTo>
                  <a:lnTo>
                    <a:pt x="2260" y="600"/>
                  </a:lnTo>
                  <a:lnTo>
                    <a:pt x="2264" y="767"/>
                  </a:lnTo>
                  <a:lnTo>
                    <a:pt x="2268" y="1029"/>
                  </a:lnTo>
                  <a:lnTo>
                    <a:pt x="2272" y="853"/>
                  </a:lnTo>
                  <a:lnTo>
                    <a:pt x="2276" y="969"/>
                  </a:lnTo>
                  <a:lnTo>
                    <a:pt x="2280" y="1642"/>
                  </a:lnTo>
                  <a:lnTo>
                    <a:pt x="2288" y="1420"/>
                  </a:lnTo>
                  <a:lnTo>
                    <a:pt x="2296" y="466"/>
                  </a:lnTo>
                  <a:lnTo>
                    <a:pt x="2300" y="716"/>
                  </a:lnTo>
                  <a:lnTo>
                    <a:pt x="2304" y="729"/>
                  </a:lnTo>
                  <a:lnTo>
                    <a:pt x="2308" y="975"/>
                  </a:lnTo>
                  <a:lnTo>
                    <a:pt x="2312" y="1589"/>
                  </a:lnTo>
                  <a:lnTo>
                    <a:pt x="2316" y="1310"/>
                  </a:lnTo>
                  <a:lnTo>
                    <a:pt x="2321" y="742"/>
                  </a:lnTo>
                  <a:lnTo>
                    <a:pt x="2325" y="663"/>
                  </a:lnTo>
                  <a:lnTo>
                    <a:pt x="2329" y="1283"/>
                  </a:lnTo>
                  <a:lnTo>
                    <a:pt x="2333" y="1465"/>
                  </a:lnTo>
                  <a:lnTo>
                    <a:pt x="2337" y="1440"/>
                  </a:lnTo>
                  <a:lnTo>
                    <a:pt x="2341" y="1436"/>
                  </a:lnTo>
                  <a:lnTo>
                    <a:pt x="2345" y="560"/>
                  </a:lnTo>
                  <a:lnTo>
                    <a:pt x="2349" y="1340"/>
                  </a:lnTo>
                  <a:lnTo>
                    <a:pt x="2353" y="1352"/>
                  </a:lnTo>
                  <a:lnTo>
                    <a:pt x="2357" y="1275"/>
                  </a:lnTo>
                  <a:lnTo>
                    <a:pt x="2361" y="1251"/>
                  </a:lnTo>
                  <a:lnTo>
                    <a:pt x="2365" y="1299"/>
                  </a:lnTo>
                  <a:lnTo>
                    <a:pt x="2369" y="1292"/>
                  </a:lnTo>
                  <a:lnTo>
                    <a:pt x="2373" y="1169"/>
                  </a:lnTo>
                  <a:lnTo>
                    <a:pt x="2377" y="1347"/>
                  </a:lnTo>
                  <a:lnTo>
                    <a:pt x="2381" y="1092"/>
                  </a:lnTo>
                  <a:lnTo>
                    <a:pt x="2385" y="582"/>
                  </a:lnTo>
                  <a:lnTo>
                    <a:pt x="2389" y="688"/>
                  </a:lnTo>
                  <a:lnTo>
                    <a:pt x="2393" y="733"/>
                  </a:lnTo>
                  <a:lnTo>
                    <a:pt x="2398" y="722"/>
                  </a:lnTo>
                  <a:lnTo>
                    <a:pt x="2402" y="746"/>
                  </a:lnTo>
                  <a:lnTo>
                    <a:pt x="2410" y="950"/>
                  </a:lnTo>
                  <a:lnTo>
                    <a:pt x="2414" y="901"/>
                  </a:lnTo>
                  <a:lnTo>
                    <a:pt x="2418" y="727"/>
                  </a:lnTo>
                  <a:lnTo>
                    <a:pt x="2422" y="869"/>
                  </a:lnTo>
                  <a:lnTo>
                    <a:pt x="2426" y="1478"/>
                  </a:lnTo>
                  <a:lnTo>
                    <a:pt x="2430" y="917"/>
                  </a:lnTo>
                  <a:lnTo>
                    <a:pt x="2438" y="1572"/>
                  </a:lnTo>
                  <a:lnTo>
                    <a:pt x="2446" y="1236"/>
                  </a:lnTo>
                  <a:lnTo>
                    <a:pt x="2450" y="621"/>
                  </a:lnTo>
                  <a:lnTo>
                    <a:pt x="2454" y="1351"/>
                  </a:lnTo>
                  <a:lnTo>
                    <a:pt x="2458" y="587"/>
                  </a:lnTo>
                  <a:lnTo>
                    <a:pt x="2462" y="630"/>
                  </a:lnTo>
                  <a:lnTo>
                    <a:pt x="2466" y="699"/>
                  </a:lnTo>
                  <a:lnTo>
                    <a:pt x="2471" y="481"/>
                  </a:lnTo>
                  <a:lnTo>
                    <a:pt x="2475" y="1484"/>
                  </a:lnTo>
                  <a:lnTo>
                    <a:pt x="2479" y="584"/>
                  </a:lnTo>
                  <a:lnTo>
                    <a:pt x="2483" y="1397"/>
                  </a:lnTo>
                  <a:lnTo>
                    <a:pt x="2487" y="1545"/>
                  </a:lnTo>
                  <a:lnTo>
                    <a:pt x="2491" y="771"/>
                  </a:lnTo>
                  <a:lnTo>
                    <a:pt x="2495" y="920"/>
                  </a:lnTo>
                  <a:lnTo>
                    <a:pt x="2499" y="645"/>
                  </a:lnTo>
                  <a:lnTo>
                    <a:pt x="2503" y="795"/>
                  </a:lnTo>
                  <a:lnTo>
                    <a:pt x="2507" y="767"/>
                  </a:lnTo>
                  <a:lnTo>
                    <a:pt x="2511" y="640"/>
                  </a:lnTo>
                  <a:lnTo>
                    <a:pt x="2515" y="1303"/>
                  </a:lnTo>
                  <a:lnTo>
                    <a:pt x="2519" y="792"/>
                  </a:lnTo>
                  <a:lnTo>
                    <a:pt x="2523" y="582"/>
                  </a:lnTo>
                  <a:lnTo>
                    <a:pt x="2527" y="641"/>
                  </a:lnTo>
                  <a:lnTo>
                    <a:pt x="2531" y="1521"/>
                  </a:lnTo>
                  <a:lnTo>
                    <a:pt x="2535" y="886"/>
                  </a:lnTo>
                  <a:lnTo>
                    <a:pt x="2539" y="1032"/>
                  </a:lnTo>
                  <a:lnTo>
                    <a:pt x="2544" y="788"/>
                  </a:lnTo>
                  <a:lnTo>
                    <a:pt x="2548" y="800"/>
                  </a:lnTo>
                  <a:lnTo>
                    <a:pt x="2556" y="869"/>
                  </a:lnTo>
                  <a:lnTo>
                    <a:pt x="2560" y="814"/>
                  </a:lnTo>
                  <a:lnTo>
                    <a:pt x="2564" y="822"/>
                  </a:lnTo>
                  <a:lnTo>
                    <a:pt x="2568" y="1018"/>
                  </a:lnTo>
                  <a:lnTo>
                    <a:pt x="2572" y="740"/>
                  </a:lnTo>
                  <a:lnTo>
                    <a:pt x="2580" y="1098"/>
                  </a:lnTo>
                  <a:lnTo>
                    <a:pt x="2588" y="722"/>
                  </a:lnTo>
                  <a:lnTo>
                    <a:pt x="2592" y="791"/>
                  </a:lnTo>
                  <a:lnTo>
                    <a:pt x="2596" y="674"/>
                  </a:lnTo>
                  <a:lnTo>
                    <a:pt x="2600" y="785"/>
                  </a:lnTo>
                  <a:lnTo>
                    <a:pt x="2604" y="1165"/>
                  </a:lnTo>
                  <a:lnTo>
                    <a:pt x="2612" y="544"/>
                  </a:lnTo>
                  <a:lnTo>
                    <a:pt x="2617" y="579"/>
                  </a:lnTo>
                  <a:lnTo>
                    <a:pt x="2621" y="1399"/>
                  </a:lnTo>
                  <a:lnTo>
                    <a:pt x="2625" y="652"/>
                  </a:lnTo>
                  <a:lnTo>
                    <a:pt x="2629" y="447"/>
                  </a:lnTo>
                  <a:lnTo>
                    <a:pt x="2633" y="726"/>
                  </a:lnTo>
                  <a:lnTo>
                    <a:pt x="2637" y="779"/>
                  </a:lnTo>
                  <a:lnTo>
                    <a:pt x="2641" y="576"/>
                  </a:lnTo>
                  <a:lnTo>
                    <a:pt x="2645" y="745"/>
                  </a:lnTo>
                  <a:lnTo>
                    <a:pt x="2649" y="204"/>
                  </a:lnTo>
                  <a:lnTo>
                    <a:pt x="2653" y="350"/>
                  </a:lnTo>
                  <a:lnTo>
                    <a:pt x="2657" y="1080"/>
                  </a:lnTo>
                  <a:lnTo>
                    <a:pt x="2661" y="513"/>
                  </a:lnTo>
                  <a:lnTo>
                    <a:pt x="2673" y="1692"/>
                  </a:lnTo>
                  <a:lnTo>
                    <a:pt x="2677" y="924"/>
                  </a:lnTo>
                  <a:lnTo>
                    <a:pt x="2681" y="1145"/>
                  </a:lnTo>
                  <a:lnTo>
                    <a:pt x="2685" y="773"/>
                  </a:lnTo>
                  <a:lnTo>
                    <a:pt x="2690" y="1475"/>
                  </a:lnTo>
                  <a:lnTo>
                    <a:pt x="2694" y="849"/>
                  </a:lnTo>
                  <a:lnTo>
                    <a:pt x="2698" y="1361"/>
                  </a:lnTo>
                  <a:lnTo>
                    <a:pt x="2702" y="1406"/>
                  </a:lnTo>
                  <a:lnTo>
                    <a:pt x="2706" y="1194"/>
                  </a:lnTo>
                  <a:lnTo>
                    <a:pt x="2710" y="1351"/>
                  </a:lnTo>
                  <a:lnTo>
                    <a:pt x="2714" y="1188"/>
                  </a:lnTo>
                  <a:lnTo>
                    <a:pt x="2718" y="568"/>
                  </a:lnTo>
                  <a:lnTo>
                    <a:pt x="2722" y="1030"/>
                  </a:lnTo>
                  <a:lnTo>
                    <a:pt x="2730" y="1065"/>
                  </a:lnTo>
                  <a:lnTo>
                    <a:pt x="2734" y="643"/>
                  </a:lnTo>
                  <a:lnTo>
                    <a:pt x="2738" y="1169"/>
                  </a:lnTo>
                  <a:lnTo>
                    <a:pt x="2742" y="935"/>
                  </a:lnTo>
                  <a:lnTo>
                    <a:pt x="2750" y="1537"/>
                  </a:lnTo>
                  <a:lnTo>
                    <a:pt x="2754" y="669"/>
                  </a:lnTo>
                  <a:lnTo>
                    <a:pt x="2758" y="856"/>
                  </a:lnTo>
                  <a:lnTo>
                    <a:pt x="2763" y="832"/>
                  </a:lnTo>
                  <a:lnTo>
                    <a:pt x="2771" y="713"/>
                  </a:lnTo>
                  <a:lnTo>
                    <a:pt x="2775" y="831"/>
                  </a:lnTo>
                  <a:lnTo>
                    <a:pt x="2779" y="483"/>
                  </a:lnTo>
                  <a:lnTo>
                    <a:pt x="2783" y="369"/>
                  </a:lnTo>
                  <a:lnTo>
                    <a:pt x="2787" y="485"/>
                  </a:lnTo>
                  <a:lnTo>
                    <a:pt x="2791" y="1046"/>
                  </a:lnTo>
                  <a:lnTo>
                    <a:pt x="2795" y="1060"/>
                  </a:lnTo>
                  <a:lnTo>
                    <a:pt x="2799" y="784"/>
                  </a:lnTo>
                  <a:lnTo>
                    <a:pt x="2803" y="743"/>
                  </a:lnTo>
                  <a:lnTo>
                    <a:pt x="2807" y="850"/>
                  </a:lnTo>
                  <a:lnTo>
                    <a:pt x="2811" y="1025"/>
                  </a:lnTo>
                  <a:lnTo>
                    <a:pt x="2815" y="735"/>
                  </a:lnTo>
                  <a:lnTo>
                    <a:pt x="2819" y="753"/>
                  </a:lnTo>
                  <a:lnTo>
                    <a:pt x="2823" y="537"/>
                  </a:lnTo>
                  <a:lnTo>
                    <a:pt x="2827" y="1316"/>
                  </a:lnTo>
                  <a:lnTo>
                    <a:pt x="2831" y="1296"/>
                  </a:lnTo>
                  <a:lnTo>
                    <a:pt x="2836" y="1365"/>
                  </a:lnTo>
                  <a:lnTo>
                    <a:pt x="2840" y="1343"/>
                  </a:lnTo>
                  <a:lnTo>
                    <a:pt x="2844" y="1160"/>
                  </a:lnTo>
                  <a:lnTo>
                    <a:pt x="2848" y="471"/>
                  </a:lnTo>
                  <a:lnTo>
                    <a:pt x="2852" y="1122"/>
                  </a:lnTo>
                  <a:lnTo>
                    <a:pt x="2856" y="1108"/>
                  </a:lnTo>
                  <a:lnTo>
                    <a:pt x="2860" y="993"/>
                  </a:lnTo>
                  <a:lnTo>
                    <a:pt x="2864" y="559"/>
                  </a:lnTo>
                  <a:lnTo>
                    <a:pt x="2868" y="1298"/>
                  </a:lnTo>
                  <a:lnTo>
                    <a:pt x="2872" y="1069"/>
                  </a:lnTo>
                  <a:lnTo>
                    <a:pt x="2876" y="654"/>
                  </a:lnTo>
                  <a:lnTo>
                    <a:pt x="2880" y="1361"/>
                  </a:lnTo>
                  <a:lnTo>
                    <a:pt x="2884" y="1249"/>
                  </a:lnTo>
                  <a:lnTo>
                    <a:pt x="2888" y="1257"/>
                  </a:lnTo>
                  <a:lnTo>
                    <a:pt x="2892" y="1226"/>
                  </a:lnTo>
                  <a:lnTo>
                    <a:pt x="2896" y="1249"/>
                  </a:lnTo>
                  <a:lnTo>
                    <a:pt x="2900" y="1297"/>
                  </a:lnTo>
                  <a:lnTo>
                    <a:pt x="2904" y="714"/>
                  </a:lnTo>
                  <a:lnTo>
                    <a:pt x="2909" y="1277"/>
                  </a:lnTo>
                  <a:lnTo>
                    <a:pt x="2913" y="725"/>
                  </a:lnTo>
                  <a:lnTo>
                    <a:pt x="2917" y="827"/>
                  </a:lnTo>
                  <a:lnTo>
                    <a:pt x="2921" y="1638"/>
                  </a:lnTo>
                  <a:lnTo>
                    <a:pt x="2925" y="1658"/>
                  </a:lnTo>
                  <a:lnTo>
                    <a:pt x="2929" y="1335"/>
                  </a:lnTo>
                  <a:lnTo>
                    <a:pt x="2937" y="1110"/>
                  </a:lnTo>
                  <a:lnTo>
                    <a:pt x="2941" y="1424"/>
                  </a:lnTo>
                  <a:lnTo>
                    <a:pt x="2945" y="898"/>
                  </a:lnTo>
                  <a:lnTo>
                    <a:pt x="2953" y="1050"/>
                  </a:lnTo>
                  <a:lnTo>
                    <a:pt x="2957" y="161"/>
                  </a:lnTo>
                  <a:lnTo>
                    <a:pt x="2961" y="1149"/>
                  </a:lnTo>
                  <a:lnTo>
                    <a:pt x="2965" y="513"/>
                  </a:lnTo>
                  <a:lnTo>
                    <a:pt x="2969" y="588"/>
                  </a:lnTo>
                  <a:lnTo>
                    <a:pt x="2973" y="602"/>
                  </a:lnTo>
                  <a:lnTo>
                    <a:pt x="2977" y="677"/>
                  </a:lnTo>
                  <a:lnTo>
                    <a:pt x="2982" y="1397"/>
                  </a:lnTo>
                  <a:lnTo>
                    <a:pt x="2986" y="639"/>
                  </a:lnTo>
                  <a:lnTo>
                    <a:pt x="2990" y="1298"/>
                  </a:lnTo>
                  <a:lnTo>
                    <a:pt x="2994" y="1236"/>
                  </a:lnTo>
                  <a:lnTo>
                    <a:pt x="2998" y="1056"/>
                  </a:lnTo>
                  <a:lnTo>
                    <a:pt x="3002" y="1538"/>
                  </a:lnTo>
                  <a:lnTo>
                    <a:pt x="3006" y="725"/>
                  </a:lnTo>
                  <a:lnTo>
                    <a:pt x="3010" y="661"/>
                  </a:lnTo>
                  <a:lnTo>
                    <a:pt x="3022" y="1039"/>
                  </a:lnTo>
                  <a:lnTo>
                    <a:pt x="3026" y="1340"/>
                  </a:lnTo>
                  <a:lnTo>
                    <a:pt x="3030" y="1133"/>
                  </a:lnTo>
                  <a:lnTo>
                    <a:pt x="3034" y="1241"/>
                  </a:lnTo>
                  <a:lnTo>
                    <a:pt x="3038" y="1231"/>
                  </a:lnTo>
                  <a:lnTo>
                    <a:pt x="3042" y="1176"/>
                  </a:lnTo>
                  <a:lnTo>
                    <a:pt x="3046" y="1383"/>
                  </a:lnTo>
                  <a:lnTo>
                    <a:pt x="3050" y="1351"/>
                  </a:lnTo>
                  <a:lnTo>
                    <a:pt x="3055" y="846"/>
                  </a:lnTo>
                  <a:lnTo>
                    <a:pt x="3059" y="1547"/>
                  </a:lnTo>
                  <a:lnTo>
                    <a:pt x="3067" y="1402"/>
                  </a:lnTo>
                  <a:lnTo>
                    <a:pt x="3071" y="1414"/>
                  </a:lnTo>
                  <a:lnTo>
                    <a:pt x="3075" y="1093"/>
                  </a:lnTo>
                  <a:lnTo>
                    <a:pt x="3079" y="1105"/>
                  </a:lnTo>
                  <a:lnTo>
                    <a:pt x="3083" y="1106"/>
                  </a:lnTo>
                  <a:lnTo>
                    <a:pt x="3087" y="1016"/>
                  </a:lnTo>
                  <a:lnTo>
                    <a:pt x="3091" y="1200"/>
                  </a:lnTo>
                  <a:lnTo>
                    <a:pt x="3095" y="1226"/>
                  </a:lnTo>
                  <a:lnTo>
                    <a:pt x="3099" y="950"/>
                  </a:lnTo>
                  <a:lnTo>
                    <a:pt x="3103" y="860"/>
                  </a:lnTo>
                  <a:lnTo>
                    <a:pt x="3107" y="1064"/>
                  </a:lnTo>
                  <a:lnTo>
                    <a:pt x="3115" y="853"/>
                  </a:lnTo>
                  <a:lnTo>
                    <a:pt x="3119" y="1121"/>
                  </a:lnTo>
                  <a:lnTo>
                    <a:pt x="3123" y="1074"/>
                  </a:lnTo>
                  <a:lnTo>
                    <a:pt x="3128" y="916"/>
                  </a:lnTo>
                  <a:lnTo>
                    <a:pt x="3132" y="1358"/>
                  </a:lnTo>
                  <a:lnTo>
                    <a:pt x="3136" y="1245"/>
                  </a:lnTo>
                  <a:lnTo>
                    <a:pt x="3140" y="1257"/>
                  </a:lnTo>
                  <a:lnTo>
                    <a:pt x="3144" y="1450"/>
                  </a:lnTo>
                  <a:lnTo>
                    <a:pt x="3148" y="795"/>
                  </a:lnTo>
                  <a:lnTo>
                    <a:pt x="3152" y="742"/>
                  </a:lnTo>
                  <a:lnTo>
                    <a:pt x="3156" y="744"/>
                  </a:lnTo>
                  <a:lnTo>
                    <a:pt x="3160" y="1017"/>
                  </a:lnTo>
                  <a:lnTo>
                    <a:pt x="3164" y="835"/>
                  </a:lnTo>
                  <a:lnTo>
                    <a:pt x="3168" y="378"/>
                  </a:lnTo>
                  <a:lnTo>
                    <a:pt x="3172" y="872"/>
                  </a:lnTo>
                  <a:lnTo>
                    <a:pt x="3176" y="1007"/>
                  </a:lnTo>
                  <a:lnTo>
                    <a:pt x="3180" y="1062"/>
                  </a:lnTo>
                  <a:lnTo>
                    <a:pt x="3188" y="907"/>
                  </a:lnTo>
                  <a:lnTo>
                    <a:pt x="3192" y="907"/>
                  </a:lnTo>
                  <a:lnTo>
                    <a:pt x="3196" y="921"/>
                  </a:lnTo>
                  <a:lnTo>
                    <a:pt x="3200" y="1019"/>
                  </a:lnTo>
                  <a:lnTo>
                    <a:pt x="3205" y="976"/>
                  </a:lnTo>
                  <a:lnTo>
                    <a:pt x="3209" y="1081"/>
                  </a:lnTo>
                  <a:lnTo>
                    <a:pt x="3217" y="1638"/>
                  </a:lnTo>
                  <a:lnTo>
                    <a:pt x="3221" y="1083"/>
                  </a:lnTo>
                  <a:lnTo>
                    <a:pt x="3225" y="1520"/>
                  </a:lnTo>
                  <a:lnTo>
                    <a:pt x="3229" y="1680"/>
                  </a:lnTo>
                  <a:lnTo>
                    <a:pt x="3233" y="1575"/>
                  </a:lnTo>
                  <a:lnTo>
                    <a:pt x="3237" y="745"/>
                  </a:lnTo>
                  <a:lnTo>
                    <a:pt x="3241" y="886"/>
                  </a:lnTo>
                  <a:lnTo>
                    <a:pt x="3245" y="1337"/>
                  </a:lnTo>
                  <a:lnTo>
                    <a:pt x="3249" y="1334"/>
                  </a:lnTo>
                  <a:lnTo>
                    <a:pt x="3253" y="1131"/>
                  </a:lnTo>
                  <a:lnTo>
                    <a:pt x="3257" y="609"/>
                  </a:lnTo>
                  <a:lnTo>
                    <a:pt x="3261" y="1181"/>
                  </a:lnTo>
                  <a:lnTo>
                    <a:pt x="3269" y="1304"/>
                  </a:lnTo>
                  <a:lnTo>
                    <a:pt x="3273" y="572"/>
                  </a:lnTo>
                  <a:lnTo>
                    <a:pt x="3278" y="1237"/>
                  </a:lnTo>
                  <a:lnTo>
                    <a:pt x="3282" y="494"/>
                  </a:lnTo>
                  <a:lnTo>
                    <a:pt x="3286" y="388"/>
                  </a:lnTo>
                  <a:lnTo>
                    <a:pt x="3290" y="594"/>
                  </a:lnTo>
                  <a:lnTo>
                    <a:pt x="3294" y="1176"/>
                  </a:lnTo>
                  <a:lnTo>
                    <a:pt x="3298" y="1076"/>
                  </a:lnTo>
                  <a:lnTo>
                    <a:pt x="3302" y="1053"/>
                  </a:lnTo>
                  <a:lnTo>
                    <a:pt x="3310" y="1212"/>
                  </a:lnTo>
                  <a:lnTo>
                    <a:pt x="3318" y="951"/>
                  </a:lnTo>
                  <a:lnTo>
                    <a:pt x="3322" y="1146"/>
                  </a:lnTo>
                  <a:lnTo>
                    <a:pt x="3326" y="989"/>
                  </a:lnTo>
                  <a:lnTo>
                    <a:pt x="3330" y="512"/>
                  </a:lnTo>
                  <a:lnTo>
                    <a:pt x="3334" y="1305"/>
                  </a:lnTo>
                  <a:lnTo>
                    <a:pt x="3338" y="849"/>
                  </a:lnTo>
                  <a:lnTo>
                    <a:pt x="3342" y="786"/>
                  </a:lnTo>
                  <a:lnTo>
                    <a:pt x="3346" y="1394"/>
                  </a:lnTo>
                  <a:lnTo>
                    <a:pt x="3351" y="854"/>
                  </a:lnTo>
                  <a:lnTo>
                    <a:pt x="3355" y="1717"/>
                  </a:lnTo>
                  <a:lnTo>
                    <a:pt x="3359" y="866"/>
                  </a:lnTo>
                  <a:lnTo>
                    <a:pt x="3363" y="763"/>
                  </a:lnTo>
                  <a:lnTo>
                    <a:pt x="3367" y="776"/>
                  </a:lnTo>
                  <a:lnTo>
                    <a:pt x="3371" y="1255"/>
                  </a:lnTo>
                  <a:lnTo>
                    <a:pt x="3375" y="844"/>
                  </a:lnTo>
                  <a:lnTo>
                    <a:pt x="3379" y="1324"/>
                  </a:lnTo>
                  <a:lnTo>
                    <a:pt x="3383" y="453"/>
                  </a:lnTo>
                  <a:lnTo>
                    <a:pt x="3387" y="1108"/>
                  </a:lnTo>
                  <a:lnTo>
                    <a:pt x="3391" y="1231"/>
                  </a:lnTo>
                  <a:lnTo>
                    <a:pt x="3395" y="488"/>
                  </a:lnTo>
                  <a:lnTo>
                    <a:pt x="3399" y="1306"/>
                  </a:lnTo>
                  <a:lnTo>
                    <a:pt x="3403" y="791"/>
                  </a:lnTo>
                  <a:lnTo>
                    <a:pt x="3407" y="1214"/>
                  </a:lnTo>
                  <a:lnTo>
                    <a:pt x="3411" y="1214"/>
                  </a:lnTo>
                  <a:lnTo>
                    <a:pt x="3415" y="1506"/>
                  </a:lnTo>
                  <a:lnTo>
                    <a:pt x="3419" y="518"/>
                  </a:lnTo>
                  <a:lnTo>
                    <a:pt x="3424" y="1202"/>
                  </a:lnTo>
                  <a:lnTo>
                    <a:pt x="3428" y="617"/>
                  </a:lnTo>
                  <a:lnTo>
                    <a:pt x="3432" y="419"/>
                  </a:lnTo>
                  <a:lnTo>
                    <a:pt x="3436" y="773"/>
                  </a:lnTo>
                  <a:lnTo>
                    <a:pt x="3440" y="733"/>
                  </a:lnTo>
                  <a:lnTo>
                    <a:pt x="3444" y="591"/>
                  </a:lnTo>
                  <a:lnTo>
                    <a:pt x="3448" y="779"/>
                  </a:lnTo>
                  <a:lnTo>
                    <a:pt x="3452" y="1451"/>
                  </a:lnTo>
                  <a:lnTo>
                    <a:pt x="3456" y="657"/>
                  </a:lnTo>
                  <a:lnTo>
                    <a:pt x="3460" y="740"/>
                  </a:lnTo>
                  <a:lnTo>
                    <a:pt x="3464" y="1353"/>
                  </a:lnTo>
                  <a:lnTo>
                    <a:pt x="3468" y="974"/>
                  </a:lnTo>
                  <a:lnTo>
                    <a:pt x="3472" y="1352"/>
                  </a:lnTo>
                  <a:lnTo>
                    <a:pt x="3476" y="883"/>
                  </a:lnTo>
                  <a:lnTo>
                    <a:pt x="3480" y="1607"/>
                  </a:lnTo>
                  <a:lnTo>
                    <a:pt x="3488" y="758"/>
                  </a:lnTo>
                  <a:lnTo>
                    <a:pt x="3492" y="741"/>
                  </a:lnTo>
                  <a:lnTo>
                    <a:pt x="3501" y="422"/>
                  </a:lnTo>
                  <a:lnTo>
                    <a:pt x="3505" y="648"/>
                  </a:lnTo>
                  <a:lnTo>
                    <a:pt x="3509" y="1023"/>
                  </a:lnTo>
                  <a:lnTo>
                    <a:pt x="3513" y="535"/>
                  </a:lnTo>
                  <a:lnTo>
                    <a:pt x="3517" y="361"/>
                  </a:lnTo>
                  <a:lnTo>
                    <a:pt x="3521" y="1148"/>
                  </a:lnTo>
                  <a:lnTo>
                    <a:pt x="3529" y="359"/>
                  </a:lnTo>
                  <a:lnTo>
                    <a:pt x="3533" y="590"/>
                  </a:lnTo>
                  <a:lnTo>
                    <a:pt x="3537" y="489"/>
                  </a:lnTo>
                  <a:lnTo>
                    <a:pt x="3541" y="739"/>
                  </a:lnTo>
                  <a:lnTo>
                    <a:pt x="3545" y="685"/>
                  </a:lnTo>
                  <a:lnTo>
                    <a:pt x="3549" y="665"/>
                  </a:lnTo>
                  <a:lnTo>
                    <a:pt x="3553" y="663"/>
                  </a:lnTo>
                  <a:lnTo>
                    <a:pt x="3557" y="222"/>
                  </a:lnTo>
                  <a:lnTo>
                    <a:pt x="3561" y="515"/>
                  </a:lnTo>
                  <a:lnTo>
                    <a:pt x="3565" y="557"/>
                  </a:lnTo>
                  <a:lnTo>
                    <a:pt x="3570" y="563"/>
                  </a:lnTo>
                  <a:lnTo>
                    <a:pt x="3574" y="468"/>
                  </a:lnTo>
                  <a:lnTo>
                    <a:pt x="3578" y="656"/>
                  </a:lnTo>
                  <a:lnTo>
                    <a:pt x="3582" y="629"/>
                  </a:lnTo>
                  <a:lnTo>
                    <a:pt x="3586" y="627"/>
                  </a:lnTo>
                  <a:lnTo>
                    <a:pt x="3590" y="646"/>
                  </a:lnTo>
                  <a:lnTo>
                    <a:pt x="3594" y="1144"/>
                  </a:lnTo>
                  <a:lnTo>
                    <a:pt x="3598" y="1081"/>
                  </a:lnTo>
                  <a:lnTo>
                    <a:pt x="3602" y="1132"/>
                  </a:lnTo>
                  <a:lnTo>
                    <a:pt x="3606" y="1066"/>
                  </a:lnTo>
                  <a:lnTo>
                    <a:pt x="3610" y="1042"/>
                  </a:lnTo>
                  <a:lnTo>
                    <a:pt x="3614" y="1176"/>
                  </a:lnTo>
                  <a:lnTo>
                    <a:pt x="3618" y="1100"/>
                  </a:lnTo>
                  <a:lnTo>
                    <a:pt x="3622" y="1099"/>
                  </a:lnTo>
                  <a:lnTo>
                    <a:pt x="3626" y="468"/>
                  </a:lnTo>
                  <a:lnTo>
                    <a:pt x="3630" y="415"/>
                  </a:lnTo>
                  <a:lnTo>
                    <a:pt x="3634" y="1043"/>
                  </a:lnTo>
                  <a:lnTo>
                    <a:pt x="3638" y="461"/>
                  </a:lnTo>
                  <a:lnTo>
                    <a:pt x="3643" y="1068"/>
                  </a:lnTo>
                  <a:lnTo>
                    <a:pt x="3647" y="1171"/>
                  </a:lnTo>
                  <a:lnTo>
                    <a:pt x="3651" y="1051"/>
                  </a:lnTo>
                  <a:lnTo>
                    <a:pt x="3655" y="1022"/>
                  </a:lnTo>
                  <a:lnTo>
                    <a:pt x="3659" y="561"/>
                  </a:lnTo>
                  <a:lnTo>
                    <a:pt x="3663" y="1033"/>
                  </a:lnTo>
                  <a:lnTo>
                    <a:pt x="3667" y="615"/>
                  </a:lnTo>
                  <a:lnTo>
                    <a:pt x="3671" y="445"/>
                  </a:lnTo>
                  <a:lnTo>
                    <a:pt x="3675" y="1187"/>
                  </a:lnTo>
                  <a:lnTo>
                    <a:pt x="3679" y="949"/>
                  </a:lnTo>
                  <a:lnTo>
                    <a:pt x="3687" y="1093"/>
                  </a:lnTo>
                  <a:lnTo>
                    <a:pt x="3691" y="1113"/>
                  </a:lnTo>
                  <a:lnTo>
                    <a:pt x="3695" y="1053"/>
                  </a:lnTo>
                  <a:lnTo>
                    <a:pt x="3699" y="826"/>
                  </a:lnTo>
                  <a:lnTo>
                    <a:pt x="3703" y="240"/>
                  </a:lnTo>
                  <a:lnTo>
                    <a:pt x="3707" y="610"/>
                  </a:lnTo>
                  <a:lnTo>
                    <a:pt x="3711" y="483"/>
                  </a:lnTo>
                  <a:lnTo>
                    <a:pt x="3716" y="943"/>
                  </a:lnTo>
                  <a:lnTo>
                    <a:pt x="3720" y="743"/>
                  </a:lnTo>
                  <a:lnTo>
                    <a:pt x="3724" y="674"/>
                  </a:lnTo>
                  <a:lnTo>
                    <a:pt x="3728" y="1189"/>
                  </a:lnTo>
                  <a:lnTo>
                    <a:pt x="3732" y="950"/>
                  </a:lnTo>
                  <a:lnTo>
                    <a:pt x="3736" y="1330"/>
                  </a:lnTo>
                  <a:lnTo>
                    <a:pt x="3740" y="764"/>
                  </a:lnTo>
                  <a:lnTo>
                    <a:pt x="3744" y="927"/>
                  </a:lnTo>
                  <a:lnTo>
                    <a:pt x="3748" y="503"/>
                  </a:lnTo>
                  <a:lnTo>
                    <a:pt x="3752" y="810"/>
                  </a:lnTo>
                  <a:lnTo>
                    <a:pt x="3756" y="410"/>
                  </a:lnTo>
                  <a:lnTo>
                    <a:pt x="3760" y="561"/>
                  </a:lnTo>
                  <a:lnTo>
                    <a:pt x="3764" y="1145"/>
                  </a:lnTo>
                  <a:lnTo>
                    <a:pt x="3768" y="979"/>
                  </a:lnTo>
                  <a:lnTo>
                    <a:pt x="3776" y="1172"/>
                  </a:lnTo>
                  <a:lnTo>
                    <a:pt x="3780" y="896"/>
                  </a:lnTo>
                  <a:lnTo>
                    <a:pt x="3784" y="1007"/>
                  </a:lnTo>
                  <a:lnTo>
                    <a:pt x="3789" y="862"/>
                  </a:lnTo>
                  <a:lnTo>
                    <a:pt x="3793" y="1072"/>
                  </a:lnTo>
                  <a:lnTo>
                    <a:pt x="3797" y="287"/>
                  </a:lnTo>
                  <a:lnTo>
                    <a:pt x="3801" y="1118"/>
                  </a:lnTo>
                  <a:lnTo>
                    <a:pt x="3805" y="999"/>
                  </a:lnTo>
                  <a:lnTo>
                    <a:pt x="3809" y="1289"/>
                  </a:lnTo>
                  <a:lnTo>
                    <a:pt x="3813" y="1077"/>
                  </a:lnTo>
                  <a:lnTo>
                    <a:pt x="3817" y="1125"/>
                  </a:lnTo>
                  <a:lnTo>
                    <a:pt x="3821" y="135"/>
                  </a:lnTo>
                  <a:lnTo>
                    <a:pt x="3825" y="298"/>
                  </a:lnTo>
                  <a:lnTo>
                    <a:pt x="3829" y="248"/>
                  </a:lnTo>
                  <a:lnTo>
                    <a:pt x="3833" y="1056"/>
                  </a:lnTo>
                  <a:lnTo>
                    <a:pt x="3837" y="1075"/>
                  </a:lnTo>
                  <a:lnTo>
                    <a:pt x="3841" y="1006"/>
                  </a:lnTo>
                  <a:lnTo>
                    <a:pt x="3845" y="980"/>
                  </a:lnTo>
                  <a:lnTo>
                    <a:pt x="3849" y="980"/>
                  </a:lnTo>
                  <a:lnTo>
                    <a:pt x="3853" y="1008"/>
                  </a:lnTo>
                  <a:lnTo>
                    <a:pt x="3857" y="912"/>
                  </a:lnTo>
                  <a:lnTo>
                    <a:pt x="3866" y="1056"/>
                  </a:lnTo>
                  <a:lnTo>
                    <a:pt x="3870" y="978"/>
                  </a:lnTo>
                  <a:lnTo>
                    <a:pt x="3874" y="1059"/>
                  </a:lnTo>
                  <a:lnTo>
                    <a:pt x="3878" y="1049"/>
                  </a:lnTo>
                  <a:lnTo>
                    <a:pt x="3882" y="516"/>
                  </a:lnTo>
                  <a:lnTo>
                    <a:pt x="3886" y="1154"/>
                  </a:lnTo>
                  <a:lnTo>
                    <a:pt x="3890" y="1213"/>
                  </a:lnTo>
                  <a:lnTo>
                    <a:pt x="3894" y="1086"/>
                  </a:lnTo>
                  <a:lnTo>
                    <a:pt x="3898" y="1182"/>
                  </a:lnTo>
                  <a:lnTo>
                    <a:pt x="3902" y="1135"/>
                  </a:lnTo>
                  <a:lnTo>
                    <a:pt x="3906" y="988"/>
                  </a:lnTo>
                  <a:lnTo>
                    <a:pt x="3910" y="1041"/>
                  </a:lnTo>
                  <a:lnTo>
                    <a:pt x="3914" y="878"/>
                  </a:lnTo>
                  <a:lnTo>
                    <a:pt x="3918" y="949"/>
                  </a:lnTo>
                  <a:lnTo>
                    <a:pt x="3922" y="401"/>
                  </a:lnTo>
                  <a:lnTo>
                    <a:pt x="3930" y="1025"/>
                  </a:lnTo>
                  <a:lnTo>
                    <a:pt x="3935" y="882"/>
                  </a:lnTo>
                  <a:lnTo>
                    <a:pt x="3939" y="1032"/>
                  </a:lnTo>
                  <a:lnTo>
                    <a:pt x="3943" y="866"/>
                  </a:lnTo>
                  <a:lnTo>
                    <a:pt x="3951" y="1244"/>
                  </a:lnTo>
                  <a:lnTo>
                    <a:pt x="3955" y="501"/>
                  </a:lnTo>
                  <a:lnTo>
                    <a:pt x="3959" y="544"/>
                  </a:lnTo>
                  <a:lnTo>
                    <a:pt x="3967" y="1228"/>
                  </a:lnTo>
                  <a:lnTo>
                    <a:pt x="3971" y="695"/>
                  </a:lnTo>
                  <a:lnTo>
                    <a:pt x="3975" y="1136"/>
                  </a:lnTo>
                  <a:lnTo>
                    <a:pt x="3979" y="1078"/>
                  </a:lnTo>
                  <a:lnTo>
                    <a:pt x="3983" y="945"/>
                  </a:lnTo>
                  <a:lnTo>
                    <a:pt x="3991" y="1066"/>
                  </a:lnTo>
                  <a:lnTo>
                    <a:pt x="3995" y="1050"/>
                  </a:lnTo>
                  <a:lnTo>
                    <a:pt x="3999" y="909"/>
                  </a:lnTo>
                  <a:lnTo>
                    <a:pt x="4003" y="623"/>
                  </a:lnTo>
                  <a:lnTo>
                    <a:pt x="4007" y="894"/>
                  </a:lnTo>
                  <a:lnTo>
                    <a:pt x="4012" y="990"/>
                  </a:lnTo>
                  <a:lnTo>
                    <a:pt x="4016" y="772"/>
                  </a:lnTo>
                  <a:lnTo>
                    <a:pt x="4024" y="1206"/>
                  </a:lnTo>
                  <a:lnTo>
                    <a:pt x="4032" y="615"/>
                  </a:lnTo>
                  <a:lnTo>
                    <a:pt x="4036" y="958"/>
                  </a:lnTo>
                  <a:lnTo>
                    <a:pt x="4040" y="503"/>
                  </a:lnTo>
                  <a:lnTo>
                    <a:pt x="4044" y="1128"/>
                  </a:lnTo>
                  <a:lnTo>
                    <a:pt x="4048" y="1092"/>
                  </a:lnTo>
                  <a:lnTo>
                    <a:pt x="4052" y="1143"/>
                  </a:lnTo>
                  <a:lnTo>
                    <a:pt x="4056" y="1390"/>
                  </a:lnTo>
                  <a:lnTo>
                    <a:pt x="4060" y="1008"/>
                  </a:lnTo>
                  <a:lnTo>
                    <a:pt x="4060" y="1008"/>
                  </a:lnTo>
                </a:path>
              </a:pathLst>
            </a:custGeom>
            <a:noFill/>
            <a:ln w="12065" cap="sq">
              <a:solidFill>
                <a:srgbClr val="7F7F7F">
                  <a:alpha val="6196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94" name="path 94"/>
            <p:cNvSpPr/>
            <p:nvPr/>
          </p:nvSpPr>
          <p:spPr>
            <a:xfrm>
              <a:off x="0" y="0"/>
              <a:ext cx="2587125" cy="1098433"/>
            </a:xfrm>
            <a:custGeom>
              <a:avLst/>
              <a:gdLst/>
              <a:ahLst/>
              <a:cxnLst/>
              <a:rect l="0" t="0" r="0" b="0"/>
              <a:pathLst>
                <a:path w="4074" h="1729">
                  <a:moveTo>
                    <a:pt x="11" y="761"/>
                  </a:moveTo>
                  <a:lnTo>
                    <a:pt x="15" y="705"/>
                  </a:lnTo>
                  <a:lnTo>
                    <a:pt x="19" y="489"/>
                  </a:lnTo>
                  <a:lnTo>
                    <a:pt x="23" y="607"/>
                  </a:lnTo>
                  <a:lnTo>
                    <a:pt x="27" y="265"/>
                  </a:lnTo>
                  <a:lnTo>
                    <a:pt x="31" y="369"/>
                  </a:lnTo>
                  <a:lnTo>
                    <a:pt x="35" y="948"/>
                  </a:lnTo>
                  <a:lnTo>
                    <a:pt x="39" y="833"/>
                  </a:lnTo>
                  <a:lnTo>
                    <a:pt x="43" y="239"/>
                  </a:lnTo>
                  <a:lnTo>
                    <a:pt x="52" y="890"/>
                  </a:lnTo>
                  <a:lnTo>
                    <a:pt x="56" y="904"/>
                  </a:lnTo>
                  <a:lnTo>
                    <a:pt x="64" y="1319"/>
                  </a:lnTo>
                  <a:lnTo>
                    <a:pt x="68" y="498"/>
                  </a:lnTo>
                  <a:lnTo>
                    <a:pt x="76" y="1128"/>
                  </a:lnTo>
                  <a:lnTo>
                    <a:pt x="80" y="1041"/>
                  </a:lnTo>
                  <a:lnTo>
                    <a:pt x="84" y="1154"/>
                  </a:lnTo>
                  <a:lnTo>
                    <a:pt x="88" y="682"/>
                  </a:lnTo>
                  <a:lnTo>
                    <a:pt x="92" y="911"/>
                  </a:lnTo>
                  <a:lnTo>
                    <a:pt x="96" y="1431"/>
                  </a:lnTo>
                  <a:lnTo>
                    <a:pt x="100" y="333"/>
                  </a:lnTo>
                  <a:lnTo>
                    <a:pt x="104" y="1051"/>
                  </a:lnTo>
                  <a:lnTo>
                    <a:pt x="108" y="1090"/>
                  </a:lnTo>
                  <a:lnTo>
                    <a:pt x="120" y="706"/>
                  </a:lnTo>
                  <a:lnTo>
                    <a:pt x="125" y="734"/>
                  </a:lnTo>
                  <a:lnTo>
                    <a:pt x="129" y="734"/>
                  </a:lnTo>
                  <a:lnTo>
                    <a:pt x="133" y="708"/>
                  </a:lnTo>
                  <a:lnTo>
                    <a:pt x="137" y="53"/>
                  </a:lnTo>
                  <a:lnTo>
                    <a:pt x="141" y="1045"/>
                  </a:lnTo>
                  <a:lnTo>
                    <a:pt x="145" y="1056"/>
                  </a:lnTo>
                  <a:lnTo>
                    <a:pt x="149" y="1034"/>
                  </a:lnTo>
                  <a:lnTo>
                    <a:pt x="153" y="1235"/>
                  </a:lnTo>
                  <a:lnTo>
                    <a:pt x="157" y="1296"/>
                  </a:lnTo>
                  <a:lnTo>
                    <a:pt x="161" y="1158"/>
                  </a:lnTo>
                  <a:lnTo>
                    <a:pt x="169" y="1263"/>
                  </a:lnTo>
                  <a:lnTo>
                    <a:pt x="173" y="1171"/>
                  </a:lnTo>
                  <a:lnTo>
                    <a:pt x="177" y="1134"/>
                  </a:lnTo>
                  <a:lnTo>
                    <a:pt x="181" y="1134"/>
                  </a:lnTo>
                  <a:lnTo>
                    <a:pt x="185" y="1025"/>
                  </a:lnTo>
                  <a:lnTo>
                    <a:pt x="189" y="1335"/>
                  </a:lnTo>
                  <a:lnTo>
                    <a:pt x="193" y="848"/>
                  </a:lnTo>
                  <a:lnTo>
                    <a:pt x="198" y="716"/>
                  </a:lnTo>
                  <a:lnTo>
                    <a:pt x="202" y="707"/>
                  </a:lnTo>
                  <a:lnTo>
                    <a:pt x="206" y="707"/>
                  </a:lnTo>
                  <a:lnTo>
                    <a:pt x="210" y="698"/>
                  </a:lnTo>
                  <a:lnTo>
                    <a:pt x="218" y="811"/>
                  </a:lnTo>
                  <a:lnTo>
                    <a:pt x="222" y="642"/>
                  </a:lnTo>
                  <a:lnTo>
                    <a:pt x="226" y="742"/>
                  </a:lnTo>
                  <a:lnTo>
                    <a:pt x="230" y="731"/>
                  </a:lnTo>
                  <a:lnTo>
                    <a:pt x="242" y="997"/>
                  </a:lnTo>
                  <a:lnTo>
                    <a:pt x="246" y="933"/>
                  </a:lnTo>
                  <a:lnTo>
                    <a:pt x="250" y="945"/>
                  </a:lnTo>
                  <a:lnTo>
                    <a:pt x="254" y="1088"/>
                  </a:lnTo>
                  <a:lnTo>
                    <a:pt x="258" y="1088"/>
                  </a:lnTo>
                  <a:lnTo>
                    <a:pt x="266" y="1241"/>
                  </a:lnTo>
                  <a:lnTo>
                    <a:pt x="271" y="1217"/>
                  </a:lnTo>
                  <a:lnTo>
                    <a:pt x="275" y="1330"/>
                  </a:lnTo>
                  <a:lnTo>
                    <a:pt x="279" y="1360"/>
                  </a:lnTo>
                  <a:lnTo>
                    <a:pt x="283" y="595"/>
                  </a:lnTo>
                  <a:lnTo>
                    <a:pt x="287" y="595"/>
                  </a:lnTo>
                  <a:lnTo>
                    <a:pt x="291" y="532"/>
                  </a:lnTo>
                  <a:lnTo>
                    <a:pt x="295" y="739"/>
                  </a:lnTo>
                  <a:lnTo>
                    <a:pt x="299" y="828"/>
                  </a:lnTo>
                  <a:lnTo>
                    <a:pt x="303" y="819"/>
                  </a:lnTo>
                  <a:lnTo>
                    <a:pt x="307" y="819"/>
                  </a:lnTo>
                  <a:lnTo>
                    <a:pt x="311" y="727"/>
                  </a:lnTo>
                  <a:lnTo>
                    <a:pt x="315" y="769"/>
                  </a:lnTo>
                  <a:lnTo>
                    <a:pt x="319" y="171"/>
                  </a:lnTo>
                  <a:lnTo>
                    <a:pt x="323" y="1057"/>
                  </a:lnTo>
                  <a:lnTo>
                    <a:pt x="327" y="943"/>
                  </a:lnTo>
                  <a:lnTo>
                    <a:pt x="331" y="741"/>
                  </a:lnTo>
                  <a:lnTo>
                    <a:pt x="335" y="741"/>
                  </a:lnTo>
                  <a:lnTo>
                    <a:pt x="339" y="715"/>
                  </a:lnTo>
                  <a:lnTo>
                    <a:pt x="344" y="430"/>
                  </a:lnTo>
                  <a:lnTo>
                    <a:pt x="348" y="358"/>
                  </a:lnTo>
                  <a:lnTo>
                    <a:pt x="356" y="810"/>
                  </a:lnTo>
                  <a:lnTo>
                    <a:pt x="360" y="556"/>
                  </a:lnTo>
                  <a:lnTo>
                    <a:pt x="364" y="604"/>
                  </a:lnTo>
                  <a:lnTo>
                    <a:pt x="368" y="604"/>
                  </a:lnTo>
                  <a:lnTo>
                    <a:pt x="372" y="588"/>
                  </a:lnTo>
                  <a:lnTo>
                    <a:pt x="376" y="1024"/>
                  </a:lnTo>
                  <a:lnTo>
                    <a:pt x="380" y="1036"/>
                  </a:lnTo>
                  <a:lnTo>
                    <a:pt x="384" y="1026"/>
                  </a:lnTo>
                  <a:lnTo>
                    <a:pt x="388" y="1084"/>
                  </a:lnTo>
                  <a:lnTo>
                    <a:pt x="392" y="1084"/>
                  </a:lnTo>
                  <a:lnTo>
                    <a:pt x="396" y="757"/>
                  </a:lnTo>
                  <a:lnTo>
                    <a:pt x="400" y="816"/>
                  </a:lnTo>
                  <a:lnTo>
                    <a:pt x="404" y="1031"/>
                  </a:lnTo>
                  <a:lnTo>
                    <a:pt x="408" y="1031"/>
                  </a:lnTo>
                  <a:lnTo>
                    <a:pt x="412" y="1056"/>
                  </a:lnTo>
                  <a:lnTo>
                    <a:pt x="417" y="849"/>
                  </a:lnTo>
                  <a:lnTo>
                    <a:pt x="421" y="836"/>
                  </a:lnTo>
                  <a:lnTo>
                    <a:pt x="425" y="776"/>
                  </a:lnTo>
                  <a:lnTo>
                    <a:pt x="429" y="987"/>
                  </a:lnTo>
                  <a:lnTo>
                    <a:pt x="433" y="925"/>
                  </a:lnTo>
                  <a:lnTo>
                    <a:pt x="437" y="925"/>
                  </a:lnTo>
                  <a:lnTo>
                    <a:pt x="441" y="408"/>
                  </a:lnTo>
                  <a:lnTo>
                    <a:pt x="449" y="999"/>
                  </a:lnTo>
                  <a:lnTo>
                    <a:pt x="453" y="1043"/>
                  </a:lnTo>
                  <a:lnTo>
                    <a:pt x="457" y="275"/>
                  </a:lnTo>
                  <a:lnTo>
                    <a:pt x="461" y="275"/>
                  </a:lnTo>
                  <a:lnTo>
                    <a:pt x="465" y="922"/>
                  </a:lnTo>
                  <a:lnTo>
                    <a:pt x="469" y="951"/>
                  </a:lnTo>
                  <a:lnTo>
                    <a:pt x="473" y="778"/>
                  </a:lnTo>
                  <a:lnTo>
                    <a:pt x="485" y="827"/>
                  </a:lnTo>
                  <a:lnTo>
                    <a:pt x="490" y="911"/>
                  </a:lnTo>
                  <a:lnTo>
                    <a:pt x="498" y="196"/>
                  </a:lnTo>
                  <a:lnTo>
                    <a:pt x="502" y="331"/>
                  </a:lnTo>
                  <a:lnTo>
                    <a:pt x="506" y="755"/>
                  </a:lnTo>
                  <a:lnTo>
                    <a:pt x="510" y="766"/>
                  </a:lnTo>
                  <a:lnTo>
                    <a:pt x="514" y="766"/>
                  </a:lnTo>
                  <a:lnTo>
                    <a:pt x="518" y="667"/>
                  </a:lnTo>
                  <a:lnTo>
                    <a:pt x="522" y="660"/>
                  </a:lnTo>
                  <a:lnTo>
                    <a:pt x="526" y="727"/>
                  </a:lnTo>
                  <a:lnTo>
                    <a:pt x="530" y="1325"/>
                  </a:lnTo>
                  <a:lnTo>
                    <a:pt x="534" y="1249"/>
                  </a:lnTo>
                  <a:lnTo>
                    <a:pt x="538" y="1249"/>
                  </a:lnTo>
                  <a:lnTo>
                    <a:pt x="542" y="1276"/>
                  </a:lnTo>
                  <a:lnTo>
                    <a:pt x="546" y="1346"/>
                  </a:lnTo>
                  <a:lnTo>
                    <a:pt x="554" y="1012"/>
                  </a:lnTo>
                  <a:lnTo>
                    <a:pt x="558" y="1263"/>
                  </a:lnTo>
                  <a:lnTo>
                    <a:pt x="563" y="1214"/>
                  </a:lnTo>
                  <a:lnTo>
                    <a:pt x="567" y="1079"/>
                  </a:lnTo>
                  <a:lnTo>
                    <a:pt x="571" y="1330"/>
                  </a:lnTo>
                  <a:lnTo>
                    <a:pt x="575" y="375"/>
                  </a:lnTo>
                  <a:lnTo>
                    <a:pt x="579" y="1050"/>
                  </a:lnTo>
                  <a:lnTo>
                    <a:pt x="583" y="1104"/>
                  </a:lnTo>
                  <a:lnTo>
                    <a:pt x="587" y="1062"/>
                  </a:lnTo>
                  <a:lnTo>
                    <a:pt x="591" y="1051"/>
                  </a:lnTo>
                  <a:lnTo>
                    <a:pt x="595" y="945"/>
                  </a:lnTo>
                  <a:lnTo>
                    <a:pt x="599" y="945"/>
                  </a:lnTo>
                  <a:lnTo>
                    <a:pt x="607" y="1195"/>
                  </a:lnTo>
                  <a:lnTo>
                    <a:pt x="611" y="1138"/>
                  </a:lnTo>
                  <a:lnTo>
                    <a:pt x="615" y="877"/>
                  </a:lnTo>
                  <a:lnTo>
                    <a:pt x="623" y="1154"/>
                  </a:lnTo>
                  <a:lnTo>
                    <a:pt x="627" y="1167"/>
                  </a:lnTo>
                  <a:lnTo>
                    <a:pt x="631" y="1067"/>
                  </a:lnTo>
                  <a:lnTo>
                    <a:pt x="636" y="1261"/>
                  </a:lnTo>
                  <a:lnTo>
                    <a:pt x="640" y="1178"/>
                  </a:lnTo>
                  <a:lnTo>
                    <a:pt x="644" y="1178"/>
                  </a:lnTo>
                  <a:lnTo>
                    <a:pt x="648" y="1253"/>
                  </a:lnTo>
                  <a:lnTo>
                    <a:pt x="652" y="1377"/>
                  </a:lnTo>
                  <a:lnTo>
                    <a:pt x="656" y="874"/>
                  </a:lnTo>
                  <a:lnTo>
                    <a:pt x="660" y="889"/>
                  </a:lnTo>
                  <a:lnTo>
                    <a:pt x="664" y="797"/>
                  </a:lnTo>
                  <a:lnTo>
                    <a:pt x="668" y="836"/>
                  </a:lnTo>
                  <a:lnTo>
                    <a:pt x="676" y="785"/>
                  </a:lnTo>
                  <a:lnTo>
                    <a:pt x="680" y="637"/>
                  </a:lnTo>
                  <a:lnTo>
                    <a:pt x="688" y="1082"/>
                  </a:lnTo>
                  <a:lnTo>
                    <a:pt x="692" y="1100"/>
                  </a:lnTo>
                  <a:lnTo>
                    <a:pt x="700" y="520"/>
                  </a:lnTo>
                  <a:lnTo>
                    <a:pt x="709" y="1260"/>
                  </a:lnTo>
                  <a:lnTo>
                    <a:pt x="713" y="973"/>
                  </a:lnTo>
                  <a:lnTo>
                    <a:pt x="717" y="405"/>
                  </a:lnTo>
                  <a:lnTo>
                    <a:pt x="721" y="282"/>
                  </a:lnTo>
                  <a:lnTo>
                    <a:pt x="725" y="1037"/>
                  </a:lnTo>
                  <a:lnTo>
                    <a:pt x="729" y="1033"/>
                  </a:lnTo>
                  <a:lnTo>
                    <a:pt x="733" y="899"/>
                  </a:lnTo>
                  <a:lnTo>
                    <a:pt x="737" y="965"/>
                  </a:lnTo>
                  <a:lnTo>
                    <a:pt x="741" y="594"/>
                  </a:lnTo>
                  <a:lnTo>
                    <a:pt x="745" y="675"/>
                  </a:lnTo>
                  <a:lnTo>
                    <a:pt x="749" y="675"/>
                  </a:lnTo>
                  <a:lnTo>
                    <a:pt x="753" y="989"/>
                  </a:lnTo>
                  <a:lnTo>
                    <a:pt x="757" y="965"/>
                  </a:lnTo>
                  <a:lnTo>
                    <a:pt x="761" y="660"/>
                  </a:lnTo>
                  <a:lnTo>
                    <a:pt x="765" y="743"/>
                  </a:lnTo>
                  <a:lnTo>
                    <a:pt x="769" y="1029"/>
                  </a:lnTo>
                  <a:lnTo>
                    <a:pt x="773" y="607"/>
                  </a:lnTo>
                  <a:lnTo>
                    <a:pt x="777" y="1267"/>
                  </a:lnTo>
                  <a:lnTo>
                    <a:pt x="782" y="1394"/>
                  </a:lnTo>
                  <a:lnTo>
                    <a:pt x="786" y="1207"/>
                  </a:lnTo>
                  <a:lnTo>
                    <a:pt x="790" y="1138"/>
                  </a:lnTo>
                  <a:lnTo>
                    <a:pt x="794" y="1145"/>
                  </a:lnTo>
                  <a:lnTo>
                    <a:pt x="798" y="1145"/>
                  </a:lnTo>
                  <a:lnTo>
                    <a:pt x="802" y="1046"/>
                  </a:lnTo>
                  <a:lnTo>
                    <a:pt x="806" y="739"/>
                  </a:lnTo>
                  <a:lnTo>
                    <a:pt x="810" y="731"/>
                  </a:lnTo>
                  <a:lnTo>
                    <a:pt x="814" y="687"/>
                  </a:lnTo>
                  <a:lnTo>
                    <a:pt x="818" y="703"/>
                  </a:lnTo>
                  <a:lnTo>
                    <a:pt x="822" y="549"/>
                  </a:lnTo>
                  <a:lnTo>
                    <a:pt x="826" y="563"/>
                  </a:lnTo>
                  <a:lnTo>
                    <a:pt x="830" y="475"/>
                  </a:lnTo>
                  <a:lnTo>
                    <a:pt x="834" y="633"/>
                  </a:lnTo>
                  <a:lnTo>
                    <a:pt x="838" y="629"/>
                  </a:lnTo>
                  <a:lnTo>
                    <a:pt x="842" y="629"/>
                  </a:lnTo>
                  <a:lnTo>
                    <a:pt x="846" y="640"/>
                  </a:lnTo>
                  <a:lnTo>
                    <a:pt x="850" y="640"/>
                  </a:lnTo>
                  <a:lnTo>
                    <a:pt x="854" y="927"/>
                  </a:lnTo>
                  <a:lnTo>
                    <a:pt x="859" y="925"/>
                  </a:lnTo>
                  <a:lnTo>
                    <a:pt x="863" y="819"/>
                  </a:lnTo>
                  <a:lnTo>
                    <a:pt x="867" y="810"/>
                  </a:lnTo>
                  <a:lnTo>
                    <a:pt x="871" y="810"/>
                  </a:lnTo>
                  <a:lnTo>
                    <a:pt x="875" y="938"/>
                  </a:lnTo>
                  <a:lnTo>
                    <a:pt x="879" y="1156"/>
                  </a:lnTo>
                  <a:lnTo>
                    <a:pt x="883" y="479"/>
                  </a:lnTo>
                  <a:lnTo>
                    <a:pt x="887" y="544"/>
                  </a:lnTo>
                  <a:lnTo>
                    <a:pt x="891" y="739"/>
                  </a:lnTo>
                  <a:lnTo>
                    <a:pt x="895" y="621"/>
                  </a:lnTo>
                  <a:lnTo>
                    <a:pt x="899" y="667"/>
                  </a:lnTo>
                  <a:lnTo>
                    <a:pt x="903" y="190"/>
                  </a:lnTo>
                  <a:lnTo>
                    <a:pt x="907" y="916"/>
                  </a:lnTo>
                  <a:lnTo>
                    <a:pt x="911" y="784"/>
                  </a:lnTo>
                  <a:lnTo>
                    <a:pt x="915" y="1246"/>
                  </a:lnTo>
                  <a:lnTo>
                    <a:pt x="919" y="1238"/>
                  </a:lnTo>
                  <a:lnTo>
                    <a:pt x="923" y="900"/>
                  </a:lnTo>
                  <a:lnTo>
                    <a:pt x="927" y="831"/>
                  </a:lnTo>
                  <a:lnTo>
                    <a:pt x="932" y="831"/>
                  </a:lnTo>
                  <a:lnTo>
                    <a:pt x="936" y="572"/>
                  </a:lnTo>
                  <a:lnTo>
                    <a:pt x="940" y="11"/>
                  </a:lnTo>
                  <a:lnTo>
                    <a:pt x="944" y="823"/>
                  </a:lnTo>
                  <a:lnTo>
                    <a:pt x="948" y="859"/>
                  </a:lnTo>
                  <a:lnTo>
                    <a:pt x="952" y="341"/>
                  </a:lnTo>
                  <a:lnTo>
                    <a:pt x="956" y="532"/>
                  </a:lnTo>
                  <a:lnTo>
                    <a:pt x="960" y="862"/>
                  </a:lnTo>
                  <a:lnTo>
                    <a:pt x="964" y="331"/>
                  </a:lnTo>
                  <a:lnTo>
                    <a:pt x="976" y="1313"/>
                  </a:lnTo>
                  <a:lnTo>
                    <a:pt x="980" y="1050"/>
                  </a:lnTo>
                  <a:lnTo>
                    <a:pt x="984" y="1050"/>
                  </a:lnTo>
                  <a:lnTo>
                    <a:pt x="988" y="1025"/>
                  </a:lnTo>
                  <a:lnTo>
                    <a:pt x="992" y="877"/>
                  </a:lnTo>
                  <a:lnTo>
                    <a:pt x="996" y="941"/>
                  </a:lnTo>
                  <a:lnTo>
                    <a:pt x="1000" y="1087"/>
                  </a:lnTo>
                  <a:lnTo>
                    <a:pt x="1005" y="1019"/>
                  </a:lnTo>
                  <a:lnTo>
                    <a:pt x="1009" y="1019"/>
                  </a:lnTo>
                  <a:lnTo>
                    <a:pt x="1013" y="1002"/>
                  </a:lnTo>
                  <a:lnTo>
                    <a:pt x="1017" y="1110"/>
                  </a:lnTo>
                  <a:lnTo>
                    <a:pt x="1021" y="851"/>
                  </a:lnTo>
                  <a:lnTo>
                    <a:pt x="1025" y="939"/>
                  </a:lnTo>
                  <a:lnTo>
                    <a:pt x="1029" y="899"/>
                  </a:lnTo>
                  <a:lnTo>
                    <a:pt x="1033" y="899"/>
                  </a:lnTo>
                  <a:lnTo>
                    <a:pt x="1037" y="954"/>
                  </a:lnTo>
                  <a:lnTo>
                    <a:pt x="1041" y="909"/>
                  </a:lnTo>
                  <a:lnTo>
                    <a:pt x="1045" y="1114"/>
                  </a:lnTo>
                  <a:lnTo>
                    <a:pt x="1049" y="1033"/>
                  </a:lnTo>
                  <a:lnTo>
                    <a:pt x="1053" y="1040"/>
                  </a:lnTo>
                  <a:lnTo>
                    <a:pt x="1057" y="1040"/>
                  </a:lnTo>
                  <a:lnTo>
                    <a:pt x="1061" y="643"/>
                  </a:lnTo>
                  <a:lnTo>
                    <a:pt x="1065" y="736"/>
                  </a:lnTo>
                  <a:lnTo>
                    <a:pt x="1069" y="1337"/>
                  </a:lnTo>
                  <a:lnTo>
                    <a:pt x="1073" y="1383"/>
                  </a:lnTo>
                  <a:lnTo>
                    <a:pt x="1078" y="1007"/>
                  </a:lnTo>
                  <a:lnTo>
                    <a:pt x="1082" y="1133"/>
                  </a:lnTo>
                  <a:lnTo>
                    <a:pt x="1086" y="819"/>
                  </a:lnTo>
                  <a:lnTo>
                    <a:pt x="1090" y="875"/>
                  </a:lnTo>
                  <a:lnTo>
                    <a:pt x="1094" y="880"/>
                  </a:lnTo>
                  <a:lnTo>
                    <a:pt x="1098" y="1132"/>
                  </a:lnTo>
                  <a:lnTo>
                    <a:pt x="1106" y="375"/>
                  </a:lnTo>
                  <a:lnTo>
                    <a:pt x="1110" y="1132"/>
                  </a:lnTo>
                  <a:lnTo>
                    <a:pt x="1114" y="1243"/>
                  </a:lnTo>
                  <a:lnTo>
                    <a:pt x="1118" y="1280"/>
                  </a:lnTo>
                  <a:lnTo>
                    <a:pt x="1122" y="1253"/>
                  </a:lnTo>
                  <a:lnTo>
                    <a:pt x="1130" y="1113"/>
                  </a:lnTo>
                  <a:lnTo>
                    <a:pt x="1134" y="852"/>
                  </a:lnTo>
                  <a:lnTo>
                    <a:pt x="1138" y="1062"/>
                  </a:lnTo>
                  <a:lnTo>
                    <a:pt x="1142" y="1028"/>
                  </a:lnTo>
                  <a:lnTo>
                    <a:pt x="1146" y="1029"/>
                  </a:lnTo>
                  <a:lnTo>
                    <a:pt x="1151" y="926"/>
                  </a:lnTo>
                  <a:lnTo>
                    <a:pt x="1155" y="926"/>
                  </a:lnTo>
                  <a:lnTo>
                    <a:pt x="1163" y="1423"/>
                  </a:lnTo>
                  <a:lnTo>
                    <a:pt x="1167" y="734"/>
                  </a:lnTo>
                  <a:lnTo>
                    <a:pt x="1171" y="835"/>
                  </a:lnTo>
                  <a:lnTo>
                    <a:pt x="1175" y="830"/>
                  </a:lnTo>
                  <a:lnTo>
                    <a:pt x="1179" y="830"/>
                  </a:lnTo>
                  <a:lnTo>
                    <a:pt x="1183" y="1315"/>
                  </a:lnTo>
                  <a:lnTo>
                    <a:pt x="1187" y="1328"/>
                  </a:lnTo>
                  <a:lnTo>
                    <a:pt x="1191" y="1222"/>
                  </a:lnTo>
                  <a:lnTo>
                    <a:pt x="1195" y="1222"/>
                  </a:lnTo>
                  <a:lnTo>
                    <a:pt x="1199" y="1390"/>
                  </a:lnTo>
                  <a:lnTo>
                    <a:pt x="1203" y="927"/>
                  </a:lnTo>
                  <a:lnTo>
                    <a:pt x="1207" y="1160"/>
                  </a:lnTo>
                  <a:lnTo>
                    <a:pt x="1211" y="1221"/>
                  </a:lnTo>
                  <a:lnTo>
                    <a:pt x="1215" y="1104"/>
                  </a:lnTo>
                  <a:lnTo>
                    <a:pt x="1228" y="361"/>
                  </a:lnTo>
                  <a:lnTo>
                    <a:pt x="1232" y="337"/>
                  </a:lnTo>
                  <a:lnTo>
                    <a:pt x="1240" y="767"/>
                  </a:lnTo>
                  <a:lnTo>
                    <a:pt x="1248" y="402"/>
                  </a:lnTo>
                  <a:lnTo>
                    <a:pt x="1252" y="431"/>
                  </a:lnTo>
                  <a:lnTo>
                    <a:pt x="1256" y="1044"/>
                  </a:lnTo>
                  <a:lnTo>
                    <a:pt x="1260" y="964"/>
                  </a:lnTo>
                  <a:lnTo>
                    <a:pt x="1264" y="1348"/>
                  </a:lnTo>
                  <a:lnTo>
                    <a:pt x="1268" y="1433"/>
                  </a:lnTo>
                  <a:lnTo>
                    <a:pt x="1272" y="719"/>
                  </a:lnTo>
                  <a:lnTo>
                    <a:pt x="1276" y="1057"/>
                  </a:lnTo>
                  <a:lnTo>
                    <a:pt x="1280" y="1190"/>
                  </a:lnTo>
                  <a:lnTo>
                    <a:pt x="1284" y="1024"/>
                  </a:lnTo>
                  <a:lnTo>
                    <a:pt x="1288" y="1247"/>
                  </a:lnTo>
                  <a:lnTo>
                    <a:pt x="1292" y="644"/>
                  </a:lnTo>
                  <a:lnTo>
                    <a:pt x="1297" y="658"/>
                  </a:lnTo>
                  <a:lnTo>
                    <a:pt x="1301" y="1249"/>
                  </a:lnTo>
                  <a:lnTo>
                    <a:pt x="1305" y="1249"/>
                  </a:lnTo>
                  <a:lnTo>
                    <a:pt x="1309" y="1260"/>
                  </a:lnTo>
                  <a:lnTo>
                    <a:pt x="1313" y="776"/>
                  </a:lnTo>
                  <a:lnTo>
                    <a:pt x="1317" y="1582"/>
                  </a:lnTo>
                  <a:lnTo>
                    <a:pt x="1321" y="1391"/>
                  </a:lnTo>
                  <a:lnTo>
                    <a:pt x="1329" y="1437"/>
                  </a:lnTo>
                  <a:lnTo>
                    <a:pt x="1333" y="1201"/>
                  </a:lnTo>
                  <a:lnTo>
                    <a:pt x="1337" y="1201"/>
                  </a:lnTo>
                  <a:lnTo>
                    <a:pt x="1345" y="1229"/>
                  </a:lnTo>
                  <a:lnTo>
                    <a:pt x="1349" y="1476"/>
                  </a:lnTo>
                  <a:lnTo>
                    <a:pt x="1357" y="1360"/>
                  </a:lnTo>
                  <a:lnTo>
                    <a:pt x="1361" y="1624"/>
                  </a:lnTo>
                  <a:lnTo>
                    <a:pt x="1365" y="1546"/>
                  </a:lnTo>
                  <a:lnTo>
                    <a:pt x="1370" y="718"/>
                  </a:lnTo>
                  <a:lnTo>
                    <a:pt x="1374" y="1437"/>
                  </a:lnTo>
                  <a:lnTo>
                    <a:pt x="1378" y="718"/>
                  </a:lnTo>
                  <a:lnTo>
                    <a:pt x="1382" y="1306"/>
                  </a:lnTo>
                  <a:lnTo>
                    <a:pt x="1386" y="1306"/>
                  </a:lnTo>
                  <a:lnTo>
                    <a:pt x="1390" y="1437"/>
                  </a:lnTo>
                  <a:lnTo>
                    <a:pt x="1394" y="775"/>
                  </a:lnTo>
                  <a:lnTo>
                    <a:pt x="1398" y="775"/>
                  </a:lnTo>
                  <a:lnTo>
                    <a:pt x="1402" y="782"/>
                  </a:lnTo>
                  <a:lnTo>
                    <a:pt x="1406" y="855"/>
                  </a:lnTo>
                  <a:lnTo>
                    <a:pt x="1410" y="803"/>
                  </a:lnTo>
                  <a:lnTo>
                    <a:pt x="1414" y="401"/>
                  </a:lnTo>
                  <a:lnTo>
                    <a:pt x="1422" y="280"/>
                  </a:lnTo>
                  <a:lnTo>
                    <a:pt x="1426" y="992"/>
                  </a:lnTo>
                  <a:lnTo>
                    <a:pt x="1434" y="1065"/>
                  </a:lnTo>
                  <a:lnTo>
                    <a:pt x="1443" y="871"/>
                  </a:lnTo>
                  <a:lnTo>
                    <a:pt x="1447" y="1033"/>
                  </a:lnTo>
                  <a:lnTo>
                    <a:pt x="1451" y="512"/>
                  </a:lnTo>
                  <a:lnTo>
                    <a:pt x="1455" y="1191"/>
                  </a:lnTo>
                  <a:lnTo>
                    <a:pt x="1463" y="1017"/>
                  </a:lnTo>
                  <a:lnTo>
                    <a:pt x="1467" y="1226"/>
                  </a:lnTo>
                  <a:lnTo>
                    <a:pt x="1471" y="1206"/>
                  </a:lnTo>
                  <a:lnTo>
                    <a:pt x="1479" y="1021"/>
                  </a:lnTo>
                  <a:lnTo>
                    <a:pt x="1483" y="1260"/>
                  </a:lnTo>
                  <a:lnTo>
                    <a:pt x="1487" y="561"/>
                  </a:lnTo>
                  <a:lnTo>
                    <a:pt x="1491" y="1428"/>
                  </a:lnTo>
                  <a:lnTo>
                    <a:pt x="1495" y="1428"/>
                  </a:lnTo>
                  <a:lnTo>
                    <a:pt x="1499" y="1485"/>
                  </a:lnTo>
                  <a:lnTo>
                    <a:pt x="1503" y="1456"/>
                  </a:lnTo>
                  <a:lnTo>
                    <a:pt x="1507" y="1456"/>
                  </a:lnTo>
                  <a:lnTo>
                    <a:pt x="1511" y="1450"/>
                  </a:lnTo>
                  <a:lnTo>
                    <a:pt x="1516" y="619"/>
                  </a:lnTo>
                  <a:lnTo>
                    <a:pt x="1520" y="901"/>
                  </a:lnTo>
                  <a:lnTo>
                    <a:pt x="1524" y="777"/>
                  </a:lnTo>
                  <a:lnTo>
                    <a:pt x="1528" y="790"/>
                  </a:lnTo>
                  <a:lnTo>
                    <a:pt x="1532" y="928"/>
                  </a:lnTo>
                  <a:lnTo>
                    <a:pt x="1536" y="570"/>
                  </a:lnTo>
                  <a:lnTo>
                    <a:pt x="1540" y="728"/>
                  </a:lnTo>
                  <a:lnTo>
                    <a:pt x="1544" y="728"/>
                  </a:lnTo>
                  <a:lnTo>
                    <a:pt x="1548" y="1285"/>
                  </a:lnTo>
                  <a:lnTo>
                    <a:pt x="1552" y="1285"/>
                  </a:lnTo>
                  <a:lnTo>
                    <a:pt x="1556" y="1328"/>
                  </a:lnTo>
                  <a:lnTo>
                    <a:pt x="1564" y="687"/>
                  </a:lnTo>
                  <a:lnTo>
                    <a:pt x="1568" y="787"/>
                  </a:lnTo>
                  <a:lnTo>
                    <a:pt x="1572" y="957"/>
                  </a:lnTo>
                  <a:lnTo>
                    <a:pt x="1576" y="355"/>
                  </a:lnTo>
                  <a:lnTo>
                    <a:pt x="1580" y="829"/>
                  </a:lnTo>
                  <a:lnTo>
                    <a:pt x="1589" y="1177"/>
                  </a:lnTo>
                  <a:lnTo>
                    <a:pt x="1593" y="906"/>
                  </a:lnTo>
                  <a:lnTo>
                    <a:pt x="1597" y="900"/>
                  </a:lnTo>
                  <a:lnTo>
                    <a:pt x="1601" y="900"/>
                  </a:lnTo>
                  <a:lnTo>
                    <a:pt x="1605" y="440"/>
                  </a:lnTo>
                  <a:lnTo>
                    <a:pt x="1609" y="484"/>
                  </a:lnTo>
                  <a:lnTo>
                    <a:pt x="1613" y="380"/>
                  </a:lnTo>
                  <a:lnTo>
                    <a:pt x="1617" y="376"/>
                  </a:lnTo>
                  <a:lnTo>
                    <a:pt x="1621" y="460"/>
                  </a:lnTo>
                  <a:lnTo>
                    <a:pt x="1625" y="445"/>
                  </a:lnTo>
                  <a:lnTo>
                    <a:pt x="1629" y="520"/>
                  </a:lnTo>
                  <a:lnTo>
                    <a:pt x="1633" y="1046"/>
                  </a:lnTo>
                  <a:lnTo>
                    <a:pt x="1637" y="1258"/>
                  </a:lnTo>
                  <a:lnTo>
                    <a:pt x="1641" y="900"/>
                  </a:lnTo>
                  <a:lnTo>
                    <a:pt x="1645" y="989"/>
                  </a:lnTo>
                  <a:lnTo>
                    <a:pt x="1649" y="1393"/>
                  </a:lnTo>
                  <a:lnTo>
                    <a:pt x="1653" y="619"/>
                  </a:lnTo>
                  <a:lnTo>
                    <a:pt x="1657" y="893"/>
                  </a:lnTo>
                  <a:lnTo>
                    <a:pt x="1666" y="857"/>
                  </a:lnTo>
                  <a:lnTo>
                    <a:pt x="1670" y="857"/>
                  </a:lnTo>
                  <a:lnTo>
                    <a:pt x="1674" y="866"/>
                  </a:lnTo>
                  <a:lnTo>
                    <a:pt x="1678" y="801"/>
                  </a:lnTo>
                  <a:lnTo>
                    <a:pt x="1682" y="801"/>
                  </a:lnTo>
                  <a:lnTo>
                    <a:pt x="1686" y="857"/>
                  </a:lnTo>
                  <a:lnTo>
                    <a:pt x="1694" y="860"/>
                  </a:lnTo>
                  <a:lnTo>
                    <a:pt x="1698" y="755"/>
                  </a:lnTo>
                  <a:lnTo>
                    <a:pt x="1702" y="720"/>
                  </a:lnTo>
                  <a:lnTo>
                    <a:pt x="1706" y="505"/>
                  </a:lnTo>
                  <a:lnTo>
                    <a:pt x="1714" y="1294"/>
                  </a:lnTo>
                  <a:lnTo>
                    <a:pt x="1718" y="1163"/>
                  </a:lnTo>
                  <a:lnTo>
                    <a:pt x="1722" y="831"/>
                  </a:lnTo>
                  <a:lnTo>
                    <a:pt x="1726" y="1438"/>
                  </a:lnTo>
                  <a:lnTo>
                    <a:pt x="1730" y="541"/>
                  </a:lnTo>
                  <a:lnTo>
                    <a:pt x="1734" y="580"/>
                  </a:lnTo>
                  <a:lnTo>
                    <a:pt x="1739" y="1145"/>
                  </a:lnTo>
                  <a:lnTo>
                    <a:pt x="1743" y="1160"/>
                  </a:lnTo>
                  <a:lnTo>
                    <a:pt x="1747" y="1361"/>
                  </a:lnTo>
                  <a:lnTo>
                    <a:pt x="1751" y="1301"/>
                  </a:lnTo>
                  <a:lnTo>
                    <a:pt x="1755" y="1338"/>
                  </a:lnTo>
                  <a:lnTo>
                    <a:pt x="1763" y="1457"/>
                  </a:lnTo>
                  <a:lnTo>
                    <a:pt x="1775" y="1281"/>
                  </a:lnTo>
                  <a:lnTo>
                    <a:pt x="1779" y="621"/>
                  </a:lnTo>
                  <a:lnTo>
                    <a:pt x="1783" y="594"/>
                  </a:lnTo>
                  <a:lnTo>
                    <a:pt x="1787" y="460"/>
                  </a:lnTo>
                  <a:lnTo>
                    <a:pt x="1791" y="1276"/>
                  </a:lnTo>
                  <a:lnTo>
                    <a:pt x="1795" y="1203"/>
                  </a:lnTo>
                  <a:lnTo>
                    <a:pt x="1799" y="1013"/>
                  </a:lnTo>
                  <a:lnTo>
                    <a:pt x="1803" y="1029"/>
                  </a:lnTo>
                  <a:lnTo>
                    <a:pt x="1807" y="595"/>
                  </a:lnTo>
                  <a:lnTo>
                    <a:pt x="1812" y="1294"/>
                  </a:lnTo>
                  <a:lnTo>
                    <a:pt x="1816" y="1189"/>
                  </a:lnTo>
                  <a:lnTo>
                    <a:pt x="1820" y="1440"/>
                  </a:lnTo>
                  <a:lnTo>
                    <a:pt x="1824" y="1493"/>
                  </a:lnTo>
                  <a:lnTo>
                    <a:pt x="1828" y="1377"/>
                  </a:lnTo>
                  <a:lnTo>
                    <a:pt x="1832" y="1409"/>
                  </a:lnTo>
                  <a:lnTo>
                    <a:pt x="1836" y="1298"/>
                  </a:lnTo>
                  <a:lnTo>
                    <a:pt x="1840" y="1273"/>
                  </a:lnTo>
                  <a:lnTo>
                    <a:pt x="1844" y="1061"/>
                  </a:lnTo>
                  <a:lnTo>
                    <a:pt x="1848" y="1046"/>
                  </a:lnTo>
                  <a:lnTo>
                    <a:pt x="1856" y="1261"/>
                  </a:lnTo>
                  <a:lnTo>
                    <a:pt x="1860" y="1480"/>
                  </a:lnTo>
                  <a:lnTo>
                    <a:pt x="1864" y="934"/>
                  </a:lnTo>
                  <a:lnTo>
                    <a:pt x="1868" y="944"/>
                  </a:lnTo>
                  <a:lnTo>
                    <a:pt x="1872" y="1123"/>
                  </a:lnTo>
                  <a:lnTo>
                    <a:pt x="1876" y="786"/>
                  </a:lnTo>
                  <a:lnTo>
                    <a:pt x="1880" y="786"/>
                  </a:lnTo>
                  <a:lnTo>
                    <a:pt x="1885" y="941"/>
                  </a:lnTo>
                  <a:lnTo>
                    <a:pt x="1893" y="941"/>
                  </a:lnTo>
                  <a:lnTo>
                    <a:pt x="1897" y="882"/>
                  </a:lnTo>
                  <a:lnTo>
                    <a:pt x="1901" y="1027"/>
                  </a:lnTo>
                  <a:lnTo>
                    <a:pt x="1905" y="926"/>
                  </a:lnTo>
                  <a:lnTo>
                    <a:pt x="1909" y="1298"/>
                  </a:lnTo>
                  <a:lnTo>
                    <a:pt x="1913" y="1065"/>
                  </a:lnTo>
                  <a:lnTo>
                    <a:pt x="1921" y="1146"/>
                  </a:lnTo>
                  <a:lnTo>
                    <a:pt x="1925" y="935"/>
                  </a:lnTo>
                  <a:lnTo>
                    <a:pt x="1929" y="930"/>
                  </a:lnTo>
                  <a:lnTo>
                    <a:pt x="1933" y="930"/>
                  </a:lnTo>
                  <a:lnTo>
                    <a:pt x="1937" y="1304"/>
                  </a:lnTo>
                  <a:lnTo>
                    <a:pt x="1941" y="1087"/>
                  </a:lnTo>
                  <a:lnTo>
                    <a:pt x="1945" y="995"/>
                  </a:lnTo>
                  <a:lnTo>
                    <a:pt x="1949" y="1260"/>
                  </a:lnTo>
                  <a:lnTo>
                    <a:pt x="1953" y="1079"/>
                  </a:lnTo>
                  <a:lnTo>
                    <a:pt x="1958" y="1336"/>
                  </a:lnTo>
                  <a:lnTo>
                    <a:pt x="1962" y="1249"/>
                  </a:lnTo>
                  <a:lnTo>
                    <a:pt x="1966" y="1041"/>
                  </a:lnTo>
                  <a:lnTo>
                    <a:pt x="1974" y="1260"/>
                  </a:lnTo>
                  <a:lnTo>
                    <a:pt x="1978" y="1075"/>
                  </a:lnTo>
                  <a:lnTo>
                    <a:pt x="1982" y="1303"/>
                  </a:lnTo>
                  <a:lnTo>
                    <a:pt x="1986" y="1295"/>
                  </a:lnTo>
                  <a:lnTo>
                    <a:pt x="1990" y="1028"/>
                  </a:lnTo>
                  <a:lnTo>
                    <a:pt x="1994" y="952"/>
                  </a:lnTo>
                  <a:lnTo>
                    <a:pt x="1998" y="1057"/>
                  </a:lnTo>
                  <a:lnTo>
                    <a:pt x="2002" y="1267"/>
                  </a:lnTo>
                  <a:lnTo>
                    <a:pt x="2006" y="1718"/>
                  </a:lnTo>
                  <a:lnTo>
                    <a:pt x="2010" y="826"/>
                  </a:lnTo>
                  <a:lnTo>
                    <a:pt x="2014" y="885"/>
                  </a:lnTo>
                  <a:lnTo>
                    <a:pt x="2018" y="1428"/>
                  </a:lnTo>
                  <a:lnTo>
                    <a:pt x="2022" y="987"/>
                  </a:lnTo>
                  <a:lnTo>
                    <a:pt x="2026" y="987"/>
                  </a:lnTo>
                  <a:lnTo>
                    <a:pt x="2031" y="1403"/>
                  </a:lnTo>
                  <a:lnTo>
                    <a:pt x="2035" y="833"/>
                  </a:lnTo>
                  <a:lnTo>
                    <a:pt x="2039" y="862"/>
                  </a:lnTo>
                  <a:lnTo>
                    <a:pt x="2043" y="862"/>
                  </a:lnTo>
                  <a:lnTo>
                    <a:pt x="2047" y="866"/>
                  </a:lnTo>
                  <a:lnTo>
                    <a:pt x="2051" y="949"/>
                  </a:lnTo>
                  <a:lnTo>
                    <a:pt x="2055" y="908"/>
                  </a:lnTo>
                  <a:lnTo>
                    <a:pt x="2059" y="1074"/>
                  </a:lnTo>
                  <a:lnTo>
                    <a:pt x="2063" y="841"/>
                  </a:lnTo>
                  <a:lnTo>
                    <a:pt x="2067" y="858"/>
                  </a:lnTo>
                  <a:lnTo>
                    <a:pt x="2071" y="984"/>
                  </a:lnTo>
                  <a:lnTo>
                    <a:pt x="2075" y="990"/>
                  </a:lnTo>
                  <a:lnTo>
                    <a:pt x="2079" y="990"/>
                  </a:lnTo>
                  <a:lnTo>
                    <a:pt x="2087" y="855"/>
                  </a:lnTo>
                  <a:lnTo>
                    <a:pt x="2091" y="855"/>
                  </a:lnTo>
                  <a:lnTo>
                    <a:pt x="2095" y="726"/>
                  </a:lnTo>
                  <a:lnTo>
                    <a:pt x="2099" y="812"/>
                  </a:lnTo>
                  <a:lnTo>
                    <a:pt x="2104" y="847"/>
                  </a:lnTo>
                  <a:lnTo>
                    <a:pt x="2108" y="929"/>
                  </a:lnTo>
                  <a:lnTo>
                    <a:pt x="2116" y="929"/>
                  </a:lnTo>
                  <a:lnTo>
                    <a:pt x="2120" y="937"/>
                  </a:lnTo>
                  <a:lnTo>
                    <a:pt x="2124" y="921"/>
                  </a:lnTo>
                  <a:lnTo>
                    <a:pt x="2128" y="954"/>
                  </a:lnTo>
                  <a:lnTo>
                    <a:pt x="2132" y="954"/>
                  </a:lnTo>
                  <a:lnTo>
                    <a:pt x="2136" y="1101"/>
                  </a:lnTo>
                  <a:lnTo>
                    <a:pt x="2140" y="1101"/>
                  </a:lnTo>
                  <a:lnTo>
                    <a:pt x="2144" y="885"/>
                  </a:lnTo>
                  <a:lnTo>
                    <a:pt x="2148" y="1520"/>
                  </a:lnTo>
                  <a:lnTo>
                    <a:pt x="2152" y="1460"/>
                  </a:lnTo>
                  <a:lnTo>
                    <a:pt x="2160" y="679"/>
                  </a:lnTo>
                  <a:lnTo>
                    <a:pt x="2164" y="1270"/>
                  </a:lnTo>
                  <a:lnTo>
                    <a:pt x="2168" y="1249"/>
                  </a:lnTo>
                  <a:lnTo>
                    <a:pt x="2172" y="1249"/>
                  </a:lnTo>
                  <a:lnTo>
                    <a:pt x="2177" y="1354"/>
                  </a:lnTo>
                  <a:lnTo>
                    <a:pt x="2181" y="672"/>
                  </a:lnTo>
                  <a:lnTo>
                    <a:pt x="2185" y="619"/>
                  </a:lnTo>
                  <a:lnTo>
                    <a:pt x="2189" y="737"/>
                  </a:lnTo>
                  <a:lnTo>
                    <a:pt x="2193" y="1010"/>
                  </a:lnTo>
                  <a:lnTo>
                    <a:pt x="2197" y="1010"/>
                  </a:lnTo>
                  <a:lnTo>
                    <a:pt x="2201" y="855"/>
                  </a:lnTo>
                  <a:lnTo>
                    <a:pt x="2205" y="855"/>
                  </a:lnTo>
                  <a:lnTo>
                    <a:pt x="2209" y="928"/>
                  </a:lnTo>
                  <a:lnTo>
                    <a:pt x="2217" y="1468"/>
                  </a:lnTo>
                  <a:lnTo>
                    <a:pt x="2225" y="995"/>
                  </a:lnTo>
                  <a:lnTo>
                    <a:pt x="2229" y="1362"/>
                  </a:lnTo>
                  <a:lnTo>
                    <a:pt x="2237" y="1170"/>
                  </a:lnTo>
                  <a:lnTo>
                    <a:pt x="2241" y="949"/>
                  </a:lnTo>
                  <a:lnTo>
                    <a:pt x="2245" y="949"/>
                  </a:lnTo>
                  <a:lnTo>
                    <a:pt x="2250" y="954"/>
                  </a:lnTo>
                  <a:lnTo>
                    <a:pt x="2254" y="1345"/>
                  </a:lnTo>
                  <a:lnTo>
                    <a:pt x="2258" y="818"/>
                  </a:lnTo>
                  <a:lnTo>
                    <a:pt x="2262" y="602"/>
                  </a:lnTo>
                  <a:lnTo>
                    <a:pt x="2266" y="769"/>
                  </a:lnTo>
                  <a:lnTo>
                    <a:pt x="2270" y="1031"/>
                  </a:lnTo>
                  <a:lnTo>
                    <a:pt x="2274" y="855"/>
                  </a:lnTo>
                  <a:lnTo>
                    <a:pt x="2278" y="971"/>
                  </a:lnTo>
                  <a:lnTo>
                    <a:pt x="2282" y="1644"/>
                  </a:lnTo>
                  <a:lnTo>
                    <a:pt x="2290" y="1422"/>
                  </a:lnTo>
                  <a:lnTo>
                    <a:pt x="2298" y="468"/>
                  </a:lnTo>
                  <a:lnTo>
                    <a:pt x="2302" y="718"/>
                  </a:lnTo>
                  <a:lnTo>
                    <a:pt x="2306" y="731"/>
                  </a:lnTo>
                  <a:lnTo>
                    <a:pt x="2310" y="977"/>
                  </a:lnTo>
                  <a:lnTo>
                    <a:pt x="2314" y="1591"/>
                  </a:lnTo>
                  <a:lnTo>
                    <a:pt x="2318" y="1312"/>
                  </a:lnTo>
                  <a:lnTo>
                    <a:pt x="2323" y="744"/>
                  </a:lnTo>
                  <a:lnTo>
                    <a:pt x="2327" y="665"/>
                  </a:lnTo>
                  <a:lnTo>
                    <a:pt x="2331" y="1285"/>
                  </a:lnTo>
                  <a:lnTo>
                    <a:pt x="2335" y="1467"/>
                  </a:lnTo>
                  <a:lnTo>
                    <a:pt x="2339" y="1442"/>
                  </a:lnTo>
                  <a:lnTo>
                    <a:pt x="2343" y="1438"/>
                  </a:lnTo>
                  <a:lnTo>
                    <a:pt x="2347" y="1342"/>
                  </a:lnTo>
                  <a:lnTo>
                    <a:pt x="2351" y="1342"/>
                  </a:lnTo>
                  <a:lnTo>
                    <a:pt x="2355" y="1354"/>
                  </a:lnTo>
                  <a:lnTo>
                    <a:pt x="2359" y="1277"/>
                  </a:lnTo>
                  <a:lnTo>
                    <a:pt x="2363" y="1253"/>
                  </a:lnTo>
                  <a:lnTo>
                    <a:pt x="2367" y="1301"/>
                  </a:lnTo>
                  <a:lnTo>
                    <a:pt x="2371" y="1294"/>
                  </a:lnTo>
                  <a:lnTo>
                    <a:pt x="2375" y="1171"/>
                  </a:lnTo>
                  <a:lnTo>
                    <a:pt x="2379" y="1349"/>
                  </a:lnTo>
                  <a:lnTo>
                    <a:pt x="2383" y="1094"/>
                  </a:lnTo>
                  <a:lnTo>
                    <a:pt x="2387" y="584"/>
                  </a:lnTo>
                  <a:lnTo>
                    <a:pt x="2391" y="690"/>
                  </a:lnTo>
                  <a:lnTo>
                    <a:pt x="2395" y="735"/>
                  </a:lnTo>
                  <a:lnTo>
                    <a:pt x="2400" y="724"/>
                  </a:lnTo>
                  <a:lnTo>
                    <a:pt x="2404" y="748"/>
                  </a:lnTo>
                  <a:lnTo>
                    <a:pt x="2412" y="952"/>
                  </a:lnTo>
                  <a:lnTo>
                    <a:pt x="2416" y="903"/>
                  </a:lnTo>
                  <a:lnTo>
                    <a:pt x="2420" y="729"/>
                  </a:lnTo>
                  <a:lnTo>
                    <a:pt x="2424" y="871"/>
                  </a:lnTo>
                  <a:lnTo>
                    <a:pt x="2428" y="919"/>
                  </a:lnTo>
                  <a:lnTo>
                    <a:pt x="2432" y="919"/>
                  </a:lnTo>
                  <a:lnTo>
                    <a:pt x="2436" y="1349"/>
                  </a:lnTo>
                  <a:lnTo>
                    <a:pt x="2440" y="1360"/>
                  </a:lnTo>
                  <a:lnTo>
                    <a:pt x="2444" y="1360"/>
                  </a:lnTo>
                  <a:lnTo>
                    <a:pt x="2448" y="1238"/>
                  </a:lnTo>
                  <a:lnTo>
                    <a:pt x="2452" y="1238"/>
                  </a:lnTo>
                  <a:lnTo>
                    <a:pt x="2456" y="623"/>
                  </a:lnTo>
                  <a:lnTo>
                    <a:pt x="2460" y="589"/>
                  </a:lnTo>
                  <a:lnTo>
                    <a:pt x="2464" y="632"/>
                  </a:lnTo>
                  <a:lnTo>
                    <a:pt x="2468" y="701"/>
                  </a:lnTo>
                  <a:lnTo>
                    <a:pt x="2473" y="483"/>
                  </a:lnTo>
                  <a:lnTo>
                    <a:pt x="2477" y="586"/>
                  </a:lnTo>
                  <a:lnTo>
                    <a:pt x="2481" y="1399"/>
                  </a:lnTo>
                  <a:lnTo>
                    <a:pt x="2485" y="1399"/>
                  </a:lnTo>
                  <a:lnTo>
                    <a:pt x="2489" y="1547"/>
                  </a:lnTo>
                  <a:lnTo>
                    <a:pt x="2493" y="773"/>
                  </a:lnTo>
                  <a:lnTo>
                    <a:pt x="2497" y="922"/>
                  </a:lnTo>
                  <a:lnTo>
                    <a:pt x="2501" y="647"/>
                  </a:lnTo>
                  <a:lnTo>
                    <a:pt x="2505" y="797"/>
                  </a:lnTo>
                  <a:lnTo>
                    <a:pt x="2509" y="769"/>
                  </a:lnTo>
                  <a:lnTo>
                    <a:pt x="2513" y="642"/>
                  </a:lnTo>
                  <a:lnTo>
                    <a:pt x="2517" y="1305"/>
                  </a:lnTo>
                  <a:lnTo>
                    <a:pt x="2521" y="794"/>
                  </a:lnTo>
                  <a:lnTo>
                    <a:pt x="2525" y="584"/>
                  </a:lnTo>
                  <a:lnTo>
                    <a:pt x="2529" y="643"/>
                  </a:lnTo>
                  <a:lnTo>
                    <a:pt x="2533" y="1523"/>
                  </a:lnTo>
                  <a:lnTo>
                    <a:pt x="2537" y="888"/>
                  </a:lnTo>
                  <a:lnTo>
                    <a:pt x="2541" y="1034"/>
                  </a:lnTo>
                  <a:lnTo>
                    <a:pt x="2546" y="790"/>
                  </a:lnTo>
                  <a:lnTo>
                    <a:pt x="2550" y="802"/>
                  </a:lnTo>
                  <a:lnTo>
                    <a:pt x="2558" y="871"/>
                  </a:lnTo>
                  <a:lnTo>
                    <a:pt x="2562" y="816"/>
                  </a:lnTo>
                  <a:lnTo>
                    <a:pt x="2566" y="824"/>
                  </a:lnTo>
                  <a:lnTo>
                    <a:pt x="2570" y="1020"/>
                  </a:lnTo>
                  <a:lnTo>
                    <a:pt x="2574" y="742"/>
                  </a:lnTo>
                  <a:lnTo>
                    <a:pt x="2582" y="1100"/>
                  </a:lnTo>
                  <a:lnTo>
                    <a:pt x="2590" y="724"/>
                  </a:lnTo>
                  <a:lnTo>
                    <a:pt x="2594" y="793"/>
                  </a:lnTo>
                  <a:lnTo>
                    <a:pt x="2598" y="787"/>
                  </a:lnTo>
                  <a:lnTo>
                    <a:pt x="2602" y="787"/>
                  </a:lnTo>
                  <a:lnTo>
                    <a:pt x="2606" y="1167"/>
                  </a:lnTo>
                  <a:lnTo>
                    <a:pt x="2614" y="546"/>
                  </a:lnTo>
                  <a:lnTo>
                    <a:pt x="2619" y="581"/>
                  </a:lnTo>
                  <a:lnTo>
                    <a:pt x="2623" y="654"/>
                  </a:lnTo>
                  <a:lnTo>
                    <a:pt x="2627" y="654"/>
                  </a:lnTo>
                  <a:lnTo>
                    <a:pt x="2631" y="449"/>
                  </a:lnTo>
                  <a:lnTo>
                    <a:pt x="2635" y="728"/>
                  </a:lnTo>
                  <a:lnTo>
                    <a:pt x="2639" y="781"/>
                  </a:lnTo>
                  <a:lnTo>
                    <a:pt x="2643" y="747"/>
                  </a:lnTo>
                  <a:lnTo>
                    <a:pt x="2647" y="747"/>
                  </a:lnTo>
                  <a:lnTo>
                    <a:pt x="2651" y="206"/>
                  </a:lnTo>
                  <a:lnTo>
                    <a:pt x="2655" y="352"/>
                  </a:lnTo>
                  <a:lnTo>
                    <a:pt x="2659" y="1082"/>
                  </a:lnTo>
                  <a:lnTo>
                    <a:pt x="2663" y="515"/>
                  </a:lnTo>
                  <a:lnTo>
                    <a:pt x="2671" y="1013"/>
                  </a:lnTo>
                  <a:lnTo>
                    <a:pt x="2675" y="1013"/>
                  </a:lnTo>
                  <a:lnTo>
                    <a:pt x="2679" y="926"/>
                  </a:lnTo>
                  <a:lnTo>
                    <a:pt x="2683" y="1147"/>
                  </a:lnTo>
                  <a:lnTo>
                    <a:pt x="2687" y="775"/>
                  </a:lnTo>
                  <a:lnTo>
                    <a:pt x="2692" y="851"/>
                  </a:lnTo>
                  <a:lnTo>
                    <a:pt x="2696" y="1363"/>
                  </a:lnTo>
                  <a:lnTo>
                    <a:pt x="2700" y="1363"/>
                  </a:lnTo>
                  <a:lnTo>
                    <a:pt x="2704" y="1408"/>
                  </a:lnTo>
                  <a:lnTo>
                    <a:pt x="2708" y="1196"/>
                  </a:lnTo>
                  <a:lnTo>
                    <a:pt x="2712" y="1196"/>
                  </a:lnTo>
                  <a:lnTo>
                    <a:pt x="2716" y="1190"/>
                  </a:lnTo>
                  <a:lnTo>
                    <a:pt x="2720" y="570"/>
                  </a:lnTo>
                  <a:lnTo>
                    <a:pt x="2724" y="1032"/>
                  </a:lnTo>
                  <a:lnTo>
                    <a:pt x="2732" y="1067"/>
                  </a:lnTo>
                  <a:lnTo>
                    <a:pt x="2736" y="645"/>
                  </a:lnTo>
                  <a:lnTo>
                    <a:pt x="2740" y="1171"/>
                  </a:lnTo>
                  <a:lnTo>
                    <a:pt x="2744" y="937"/>
                  </a:lnTo>
                  <a:lnTo>
                    <a:pt x="2752" y="1539"/>
                  </a:lnTo>
                  <a:lnTo>
                    <a:pt x="2756" y="671"/>
                  </a:lnTo>
                  <a:lnTo>
                    <a:pt x="2760" y="858"/>
                  </a:lnTo>
                  <a:lnTo>
                    <a:pt x="2765" y="834"/>
                  </a:lnTo>
                  <a:lnTo>
                    <a:pt x="2773" y="715"/>
                  </a:lnTo>
                  <a:lnTo>
                    <a:pt x="2777" y="833"/>
                  </a:lnTo>
                  <a:lnTo>
                    <a:pt x="2781" y="485"/>
                  </a:lnTo>
                  <a:lnTo>
                    <a:pt x="2789" y="487"/>
                  </a:lnTo>
                  <a:lnTo>
                    <a:pt x="2793" y="1048"/>
                  </a:lnTo>
                  <a:lnTo>
                    <a:pt x="2797" y="1062"/>
                  </a:lnTo>
                  <a:lnTo>
                    <a:pt x="2801" y="786"/>
                  </a:lnTo>
                  <a:lnTo>
                    <a:pt x="2805" y="745"/>
                  </a:lnTo>
                  <a:lnTo>
                    <a:pt x="2809" y="852"/>
                  </a:lnTo>
                  <a:lnTo>
                    <a:pt x="2813" y="1027"/>
                  </a:lnTo>
                  <a:lnTo>
                    <a:pt x="2817" y="737"/>
                  </a:lnTo>
                  <a:lnTo>
                    <a:pt x="2821" y="755"/>
                  </a:lnTo>
                  <a:lnTo>
                    <a:pt x="2825" y="539"/>
                  </a:lnTo>
                  <a:lnTo>
                    <a:pt x="2829" y="1318"/>
                  </a:lnTo>
                  <a:lnTo>
                    <a:pt x="2833" y="1298"/>
                  </a:lnTo>
                  <a:lnTo>
                    <a:pt x="2838" y="1367"/>
                  </a:lnTo>
                  <a:lnTo>
                    <a:pt x="2842" y="1345"/>
                  </a:lnTo>
                  <a:lnTo>
                    <a:pt x="2846" y="1162"/>
                  </a:lnTo>
                  <a:lnTo>
                    <a:pt x="2850" y="1124"/>
                  </a:lnTo>
                  <a:lnTo>
                    <a:pt x="2854" y="1124"/>
                  </a:lnTo>
                  <a:lnTo>
                    <a:pt x="2858" y="1110"/>
                  </a:lnTo>
                  <a:lnTo>
                    <a:pt x="2862" y="995"/>
                  </a:lnTo>
                  <a:lnTo>
                    <a:pt x="2866" y="561"/>
                  </a:lnTo>
                  <a:lnTo>
                    <a:pt x="2870" y="1300"/>
                  </a:lnTo>
                  <a:lnTo>
                    <a:pt x="2874" y="1071"/>
                  </a:lnTo>
                  <a:lnTo>
                    <a:pt x="2878" y="656"/>
                  </a:lnTo>
                  <a:lnTo>
                    <a:pt x="2882" y="1363"/>
                  </a:lnTo>
                  <a:lnTo>
                    <a:pt x="2886" y="1251"/>
                  </a:lnTo>
                  <a:lnTo>
                    <a:pt x="2890" y="1259"/>
                  </a:lnTo>
                  <a:lnTo>
                    <a:pt x="2894" y="1228"/>
                  </a:lnTo>
                  <a:lnTo>
                    <a:pt x="2898" y="1251"/>
                  </a:lnTo>
                  <a:lnTo>
                    <a:pt x="2902" y="1299"/>
                  </a:lnTo>
                  <a:lnTo>
                    <a:pt x="2906" y="1279"/>
                  </a:lnTo>
                  <a:lnTo>
                    <a:pt x="2911" y="727"/>
                  </a:lnTo>
                  <a:lnTo>
                    <a:pt x="2915" y="727"/>
                  </a:lnTo>
                  <a:lnTo>
                    <a:pt x="2919" y="829"/>
                  </a:lnTo>
                  <a:lnTo>
                    <a:pt x="2923" y="1640"/>
                  </a:lnTo>
                  <a:lnTo>
                    <a:pt x="2927" y="1660"/>
                  </a:lnTo>
                  <a:lnTo>
                    <a:pt x="2931" y="1337"/>
                  </a:lnTo>
                  <a:lnTo>
                    <a:pt x="2939" y="1112"/>
                  </a:lnTo>
                  <a:lnTo>
                    <a:pt x="2943" y="1426"/>
                  </a:lnTo>
                  <a:lnTo>
                    <a:pt x="2947" y="900"/>
                  </a:lnTo>
                  <a:lnTo>
                    <a:pt x="2955" y="1052"/>
                  </a:lnTo>
                  <a:lnTo>
                    <a:pt x="2959" y="1052"/>
                  </a:lnTo>
                  <a:lnTo>
                    <a:pt x="2963" y="1151"/>
                  </a:lnTo>
                  <a:lnTo>
                    <a:pt x="2967" y="515"/>
                  </a:lnTo>
                  <a:lnTo>
                    <a:pt x="2971" y="590"/>
                  </a:lnTo>
                  <a:lnTo>
                    <a:pt x="2975" y="604"/>
                  </a:lnTo>
                  <a:lnTo>
                    <a:pt x="2979" y="679"/>
                  </a:lnTo>
                  <a:lnTo>
                    <a:pt x="2984" y="679"/>
                  </a:lnTo>
                  <a:lnTo>
                    <a:pt x="2988" y="1300"/>
                  </a:lnTo>
                  <a:lnTo>
                    <a:pt x="2992" y="1300"/>
                  </a:lnTo>
                  <a:lnTo>
                    <a:pt x="2996" y="1238"/>
                  </a:lnTo>
                  <a:lnTo>
                    <a:pt x="3000" y="1058"/>
                  </a:lnTo>
                  <a:lnTo>
                    <a:pt x="3004" y="1540"/>
                  </a:lnTo>
                  <a:lnTo>
                    <a:pt x="3008" y="727"/>
                  </a:lnTo>
                  <a:lnTo>
                    <a:pt x="3012" y="663"/>
                  </a:lnTo>
                  <a:lnTo>
                    <a:pt x="3024" y="1041"/>
                  </a:lnTo>
                  <a:lnTo>
                    <a:pt x="3028" y="1342"/>
                  </a:lnTo>
                  <a:lnTo>
                    <a:pt x="3032" y="1135"/>
                  </a:lnTo>
                  <a:lnTo>
                    <a:pt x="3036" y="1243"/>
                  </a:lnTo>
                  <a:lnTo>
                    <a:pt x="3040" y="1233"/>
                  </a:lnTo>
                  <a:lnTo>
                    <a:pt x="3044" y="1178"/>
                  </a:lnTo>
                  <a:lnTo>
                    <a:pt x="3048" y="1385"/>
                  </a:lnTo>
                  <a:lnTo>
                    <a:pt x="3052" y="1353"/>
                  </a:lnTo>
                  <a:lnTo>
                    <a:pt x="3057" y="848"/>
                  </a:lnTo>
                  <a:lnTo>
                    <a:pt x="3061" y="1549"/>
                  </a:lnTo>
                  <a:lnTo>
                    <a:pt x="3069" y="1404"/>
                  </a:lnTo>
                  <a:lnTo>
                    <a:pt x="3073" y="1416"/>
                  </a:lnTo>
                  <a:lnTo>
                    <a:pt x="3077" y="1095"/>
                  </a:lnTo>
                  <a:lnTo>
                    <a:pt x="3081" y="1107"/>
                  </a:lnTo>
                  <a:lnTo>
                    <a:pt x="3085" y="1108"/>
                  </a:lnTo>
                  <a:lnTo>
                    <a:pt x="3089" y="1018"/>
                  </a:lnTo>
                  <a:lnTo>
                    <a:pt x="3093" y="1202"/>
                  </a:lnTo>
                  <a:lnTo>
                    <a:pt x="3097" y="1228"/>
                  </a:lnTo>
                  <a:lnTo>
                    <a:pt x="3101" y="952"/>
                  </a:lnTo>
                  <a:lnTo>
                    <a:pt x="3105" y="862"/>
                  </a:lnTo>
                  <a:lnTo>
                    <a:pt x="3109" y="1066"/>
                  </a:lnTo>
                  <a:lnTo>
                    <a:pt x="3117" y="855"/>
                  </a:lnTo>
                  <a:lnTo>
                    <a:pt x="3121" y="1123"/>
                  </a:lnTo>
                  <a:lnTo>
                    <a:pt x="3125" y="1076"/>
                  </a:lnTo>
                  <a:lnTo>
                    <a:pt x="3130" y="918"/>
                  </a:lnTo>
                  <a:lnTo>
                    <a:pt x="3134" y="1360"/>
                  </a:lnTo>
                  <a:lnTo>
                    <a:pt x="3138" y="1247"/>
                  </a:lnTo>
                  <a:lnTo>
                    <a:pt x="3142" y="1259"/>
                  </a:lnTo>
                  <a:lnTo>
                    <a:pt x="3146" y="1452"/>
                  </a:lnTo>
                  <a:lnTo>
                    <a:pt x="3150" y="797"/>
                  </a:lnTo>
                  <a:lnTo>
                    <a:pt x="3154" y="744"/>
                  </a:lnTo>
                  <a:lnTo>
                    <a:pt x="3158" y="746"/>
                  </a:lnTo>
                  <a:lnTo>
                    <a:pt x="3162" y="1019"/>
                  </a:lnTo>
                  <a:lnTo>
                    <a:pt x="3166" y="837"/>
                  </a:lnTo>
                  <a:lnTo>
                    <a:pt x="3170" y="837"/>
                  </a:lnTo>
                  <a:lnTo>
                    <a:pt x="3174" y="874"/>
                  </a:lnTo>
                  <a:lnTo>
                    <a:pt x="3178" y="1009"/>
                  </a:lnTo>
                  <a:lnTo>
                    <a:pt x="3182" y="1064"/>
                  </a:lnTo>
                  <a:lnTo>
                    <a:pt x="3190" y="909"/>
                  </a:lnTo>
                  <a:lnTo>
                    <a:pt x="3194" y="909"/>
                  </a:lnTo>
                  <a:lnTo>
                    <a:pt x="3198" y="923"/>
                  </a:lnTo>
                  <a:lnTo>
                    <a:pt x="3202" y="1021"/>
                  </a:lnTo>
                  <a:lnTo>
                    <a:pt x="3207" y="978"/>
                  </a:lnTo>
                  <a:lnTo>
                    <a:pt x="3211" y="1083"/>
                  </a:lnTo>
                  <a:lnTo>
                    <a:pt x="3219" y="1640"/>
                  </a:lnTo>
                  <a:lnTo>
                    <a:pt x="3223" y="1085"/>
                  </a:lnTo>
                  <a:lnTo>
                    <a:pt x="3227" y="1522"/>
                  </a:lnTo>
                  <a:lnTo>
                    <a:pt x="3231" y="1682"/>
                  </a:lnTo>
                  <a:lnTo>
                    <a:pt x="3235" y="1577"/>
                  </a:lnTo>
                  <a:lnTo>
                    <a:pt x="3239" y="747"/>
                  </a:lnTo>
                  <a:lnTo>
                    <a:pt x="3243" y="888"/>
                  </a:lnTo>
                  <a:lnTo>
                    <a:pt x="3247" y="1339"/>
                  </a:lnTo>
                  <a:lnTo>
                    <a:pt x="3251" y="1336"/>
                  </a:lnTo>
                  <a:lnTo>
                    <a:pt x="3255" y="1133"/>
                  </a:lnTo>
                  <a:lnTo>
                    <a:pt x="3259" y="1133"/>
                  </a:lnTo>
                  <a:lnTo>
                    <a:pt x="3271" y="1306"/>
                  </a:lnTo>
                  <a:lnTo>
                    <a:pt x="3275" y="1239"/>
                  </a:lnTo>
                  <a:lnTo>
                    <a:pt x="3280" y="574"/>
                  </a:lnTo>
                  <a:lnTo>
                    <a:pt x="3288" y="390"/>
                  </a:lnTo>
                  <a:lnTo>
                    <a:pt x="3292" y="596"/>
                  </a:lnTo>
                  <a:lnTo>
                    <a:pt x="3296" y="1178"/>
                  </a:lnTo>
                  <a:lnTo>
                    <a:pt x="3300" y="1078"/>
                  </a:lnTo>
                  <a:lnTo>
                    <a:pt x="3304" y="1055"/>
                  </a:lnTo>
                  <a:lnTo>
                    <a:pt x="3312" y="1214"/>
                  </a:lnTo>
                  <a:lnTo>
                    <a:pt x="3320" y="953"/>
                  </a:lnTo>
                  <a:lnTo>
                    <a:pt x="3324" y="1148"/>
                  </a:lnTo>
                  <a:lnTo>
                    <a:pt x="3328" y="991"/>
                  </a:lnTo>
                  <a:lnTo>
                    <a:pt x="3332" y="514"/>
                  </a:lnTo>
                  <a:lnTo>
                    <a:pt x="3336" y="1307"/>
                  </a:lnTo>
                  <a:lnTo>
                    <a:pt x="3340" y="851"/>
                  </a:lnTo>
                  <a:lnTo>
                    <a:pt x="3344" y="788"/>
                  </a:lnTo>
                  <a:lnTo>
                    <a:pt x="3348" y="856"/>
                  </a:lnTo>
                  <a:lnTo>
                    <a:pt x="3353" y="856"/>
                  </a:lnTo>
                  <a:lnTo>
                    <a:pt x="3357" y="868"/>
                  </a:lnTo>
                  <a:lnTo>
                    <a:pt x="3361" y="868"/>
                  </a:lnTo>
                  <a:lnTo>
                    <a:pt x="3365" y="765"/>
                  </a:lnTo>
                  <a:lnTo>
                    <a:pt x="3369" y="778"/>
                  </a:lnTo>
                  <a:lnTo>
                    <a:pt x="3373" y="846"/>
                  </a:lnTo>
                  <a:lnTo>
                    <a:pt x="3377" y="1257"/>
                  </a:lnTo>
                  <a:lnTo>
                    <a:pt x="3381" y="1326"/>
                  </a:lnTo>
                  <a:lnTo>
                    <a:pt x="3385" y="455"/>
                  </a:lnTo>
                  <a:lnTo>
                    <a:pt x="3389" y="1110"/>
                  </a:lnTo>
                  <a:lnTo>
                    <a:pt x="3393" y="1233"/>
                  </a:lnTo>
                  <a:lnTo>
                    <a:pt x="3397" y="1233"/>
                  </a:lnTo>
                  <a:lnTo>
                    <a:pt x="3401" y="1308"/>
                  </a:lnTo>
                  <a:lnTo>
                    <a:pt x="3405" y="1216"/>
                  </a:lnTo>
                  <a:lnTo>
                    <a:pt x="3413" y="1216"/>
                  </a:lnTo>
                  <a:lnTo>
                    <a:pt x="3417" y="1508"/>
                  </a:lnTo>
                  <a:lnTo>
                    <a:pt x="3421" y="520"/>
                  </a:lnTo>
                  <a:lnTo>
                    <a:pt x="3426" y="619"/>
                  </a:lnTo>
                  <a:lnTo>
                    <a:pt x="3430" y="619"/>
                  </a:lnTo>
                  <a:lnTo>
                    <a:pt x="3434" y="421"/>
                  </a:lnTo>
                  <a:lnTo>
                    <a:pt x="3438" y="775"/>
                  </a:lnTo>
                  <a:lnTo>
                    <a:pt x="3442" y="735"/>
                  </a:lnTo>
                  <a:lnTo>
                    <a:pt x="3446" y="593"/>
                  </a:lnTo>
                  <a:lnTo>
                    <a:pt x="3450" y="781"/>
                  </a:lnTo>
                  <a:lnTo>
                    <a:pt x="3454" y="781"/>
                  </a:lnTo>
                  <a:lnTo>
                    <a:pt x="3458" y="659"/>
                  </a:lnTo>
                  <a:lnTo>
                    <a:pt x="3462" y="742"/>
                  </a:lnTo>
                  <a:lnTo>
                    <a:pt x="3466" y="1355"/>
                  </a:lnTo>
                  <a:lnTo>
                    <a:pt x="3474" y="1354"/>
                  </a:lnTo>
                  <a:lnTo>
                    <a:pt x="3478" y="885"/>
                  </a:lnTo>
                  <a:lnTo>
                    <a:pt x="3482" y="1609"/>
                  </a:lnTo>
                  <a:lnTo>
                    <a:pt x="3490" y="760"/>
                  </a:lnTo>
                  <a:lnTo>
                    <a:pt x="3494" y="743"/>
                  </a:lnTo>
                  <a:lnTo>
                    <a:pt x="3503" y="424"/>
                  </a:lnTo>
                  <a:lnTo>
                    <a:pt x="3507" y="650"/>
                  </a:lnTo>
                  <a:lnTo>
                    <a:pt x="3511" y="1025"/>
                  </a:lnTo>
                  <a:lnTo>
                    <a:pt x="3515" y="537"/>
                  </a:lnTo>
                  <a:lnTo>
                    <a:pt x="3519" y="363"/>
                  </a:lnTo>
                  <a:lnTo>
                    <a:pt x="3523" y="1150"/>
                  </a:lnTo>
                  <a:lnTo>
                    <a:pt x="3531" y="361"/>
                  </a:lnTo>
                  <a:lnTo>
                    <a:pt x="3535" y="592"/>
                  </a:lnTo>
                  <a:lnTo>
                    <a:pt x="3539" y="491"/>
                  </a:lnTo>
                  <a:lnTo>
                    <a:pt x="3543" y="741"/>
                  </a:lnTo>
                  <a:lnTo>
                    <a:pt x="3547" y="687"/>
                  </a:lnTo>
                  <a:lnTo>
                    <a:pt x="3551" y="667"/>
                  </a:lnTo>
                  <a:lnTo>
                    <a:pt x="3555" y="665"/>
                  </a:lnTo>
                  <a:lnTo>
                    <a:pt x="3559" y="224"/>
                  </a:lnTo>
                  <a:lnTo>
                    <a:pt x="3563" y="517"/>
                  </a:lnTo>
                  <a:lnTo>
                    <a:pt x="3567" y="559"/>
                  </a:lnTo>
                  <a:lnTo>
                    <a:pt x="3572" y="565"/>
                  </a:lnTo>
                  <a:lnTo>
                    <a:pt x="3576" y="470"/>
                  </a:lnTo>
                  <a:lnTo>
                    <a:pt x="3580" y="658"/>
                  </a:lnTo>
                  <a:lnTo>
                    <a:pt x="3584" y="631"/>
                  </a:lnTo>
                  <a:lnTo>
                    <a:pt x="3588" y="629"/>
                  </a:lnTo>
                  <a:lnTo>
                    <a:pt x="3592" y="648"/>
                  </a:lnTo>
                  <a:lnTo>
                    <a:pt x="3596" y="1146"/>
                  </a:lnTo>
                  <a:lnTo>
                    <a:pt x="3600" y="1083"/>
                  </a:lnTo>
                  <a:lnTo>
                    <a:pt x="3604" y="1134"/>
                  </a:lnTo>
                  <a:lnTo>
                    <a:pt x="3608" y="1068"/>
                  </a:lnTo>
                  <a:lnTo>
                    <a:pt x="3612" y="1044"/>
                  </a:lnTo>
                  <a:lnTo>
                    <a:pt x="3616" y="1178"/>
                  </a:lnTo>
                  <a:lnTo>
                    <a:pt x="3620" y="1102"/>
                  </a:lnTo>
                  <a:lnTo>
                    <a:pt x="3624" y="1101"/>
                  </a:lnTo>
                  <a:lnTo>
                    <a:pt x="3628" y="470"/>
                  </a:lnTo>
                  <a:lnTo>
                    <a:pt x="3632" y="417"/>
                  </a:lnTo>
                  <a:lnTo>
                    <a:pt x="3636" y="463"/>
                  </a:lnTo>
                  <a:lnTo>
                    <a:pt x="3640" y="1045"/>
                  </a:lnTo>
                  <a:lnTo>
                    <a:pt x="3645" y="1070"/>
                  </a:lnTo>
                  <a:lnTo>
                    <a:pt x="3649" y="1070"/>
                  </a:lnTo>
                  <a:lnTo>
                    <a:pt x="3653" y="1053"/>
                  </a:lnTo>
                  <a:lnTo>
                    <a:pt x="3657" y="1024"/>
                  </a:lnTo>
                  <a:lnTo>
                    <a:pt x="3661" y="1024"/>
                  </a:lnTo>
                  <a:lnTo>
                    <a:pt x="3665" y="617"/>
                  </a:lnTo>
                  <a:lnTo>
                    <a:pt x="3669" y="617"/>
                  </a:lnTo>
                  <a:lnTo>
                    <a:pt x="3673" y="447"/>
                  </a:lnTo>
                  <a:lnTo>
                    <a:pt x="3677" y="1189"/>
                  </a:lnTo>
                  <a:lnTo>
                    <a:pt x="3681" y="951"/>
                  </a:lnTo>
                  <a:lnTo>
                    <a:pt x="3689" y="1095"/>
                  </a:lnTo>
                  <a:lnTo>
                    <a:pt x="3693" y="1115"/>
                  </a:lnTo>
                  <a:lnTo>
                    <a:pt x="3697" y="1055"/>
                  </a:lnTo>
                  <a:lnTo>
                    <a:pt x="3701" y="828"/>
                  </a:lnTo>
                  <a:lnTo>
                    <a:pt x="3705" y="242"/>
                  </a:lnTo>
                  <a:lnTo>
                    <a:pt x="3709" y="612"/>
                  </a:lnTo>
                  <a:lnTo>
                    <a:pt x="3713" y="485"/>
                  </a:lnTo>
                  <a:lnTo>
                    <a:pt x="3718" y="945"/>
                  </a:lnTo>
                  <a:lnTo>
                    <a:pt x="3722" y="745"/>
                  </a:lnTo>
                  <a:lnTo>
                    <a:pt x="3726" y="676"/>
                  </a:lnTo>
                  <a:lnTo>
                    <a:pt x="3730" y="1191"/>
                  </a:lnTo>
                  <a:lnTo>
                    <a:pt x="3734" y="952"/>
                  </a:lnTo>
                  <a:lnTo>
                    <a:pt x="3738" y="1332"/>
                  </a:lnTo>
                  <a:lnTo>
                    <a:pt x="3742" y="766"/>
                  </a:lnTo>
                  <a:lnTo>
                    <a:pt x="3746" y="929"/>
                  </a:lnTo>
                  <a:lnTo>
                    <a:pt x="3750" y="505"/>
                  </a:lnTo>
                  <a:lnTo>
                    <a:pt x="3754" y="812"/>
                  </a:lnTo>
                  <a:lnTo>
                    <a:pt x="3758" y="412"/>
                  </a:lnTo>
                  <a:lnTo>
                    <a:pt x="3762" y="563"/>
                  </a:lnTo>
                  <a:lnTo>
                    <a:pt x="3766" y="1147"/>
                  </a:lnTo>
                  <a:lnTo>
                    <a:pt x="3770" y="981"/>
                  </a:lnTo>
                  <a:lnTo>
                    <a:pt x="3778" y="1174"/>
                  </a:lnTo>
                  <a:lnTo>
                    <a:pt x="3782" y="898"/>
                  </a:lnTo>
                  <a:lnTo>
                    <a:pt x="3786" y="1009"/>
                  </a:lnTo>
                  <a:lnTo>
                    <a:pt x="3791" y="864"/>
                  </a:lnTo>
                  <a:lnTo>
                    <a:pt x="3795" y="1074"/>
                  </a:lnTo>
                  <a:lnTo>
                    <a:pt x="3799" y="1074"/>
                  </a:lnTo>
                  <a:lnTo>
                    <a:pt x="3803" y="1120"/>
                  </a:lnTo>
                  <a:lnTo>
                    <a:pt x="3807" y="1001"/>
                  </a:lnTo>
                  <a:lnTo>
                    <a:pt x="3811" y="1291"/>
                  </a:lnTo>
                  <a:lnTo>
                    <a:pt x="3815" y="1079"/>
                  </a:lnTo>
                  <a:lnTo>
                    <a:pt x="3819" y="1127"/>
                  </a:lnTo>
                  <a:lnTo>
                    <a:pt x="3823" y="137"/>
                  </a:lnTo>
                  <a:lnTo>
                    <a:pt x="3827" y="300"/>
                  </a:lnTo>
                  <a:lnTo>
                    <a:pt x="3831" y="250"/>
                  </a:lnTo>
                  <a:lnTo>
                    <a:pt x="3835" y="1058"/>
                  </a:lnTo>
                  <a:lnTo>
                    <a:pt x="3839" y="1077"/>
                  </a:lnTo>
                  <a:lnTo>
                    <a:pt x="3843" y="1008"/>
                  </a:lnTo>
                  <a:lnTo>
                    <a:pt x="3847" y="982"/>
                  </a:lnTo>
                  <a:lnTo>
                    <a:pt x="3851" y="982"/>
                  </a:lnTo>
                  <a:lnTo>
                    <a:pt x="3855" y="1010"/>
                  </a:lnTo>
                  <a:lnTo>
                    <a:pt x="3859" y="914"/>
                  </a:lnTo>
                  <a:lnTo>
                    <a:pt x="3864" y="973"/>
                  </a:lnTo>
                  <a:lnTo>
                    <a:pt x="3868" y="980"/>
                  </a:lnTo>
                  <a:lnTo>
                    <a:pt x="3872" y="1058"/>
                  </a:lnTo>
                  <a:lnTo>
                    <a:pt x="3876" y="1061"/>
                  </a:lnTo>
                  <a:lnTo>
                    <a:pt x="3880" y="1051"/>
                  </a:lnTo>
                  <a:lnTo>
                    <a:pt x="3884" y="1051"/>
                  </a:lnTo>
                  <a:lnTo>
                    <a:pt x="3892" y="1215"/>
                  </a:lnTo>
                  <a:lnTo>
                    <a:pt x="3896" y="1088"/>
                  </a:lnTo>
                  <a:lnTo>
                    <a:pt x="3900" y="1184"/>
                  </a:lnTo>
                  <a:lnTo>
                    <a:pt x="3904" y="1137"/>
                  </a:lnTo>
                  <a:lnTo>
                    <a:pt x="3908" y="990"/>
                  </a:lnTo>
                  <a:lnTo>
                    <a:pt x="3912" y="1043"/>
                  </a:lnTo>
                  <a:lnTo>
                    <a:pt x="3916" y="880"/>
                  </a:lnTo>
                  <a:lnTo>
                    <a:pt x="3920" y="951"/>
                  </a:lnTo>
                  <a:lnTo>
                    <a:pt x="3924" y="403"/>
                  </a:lnTo>
                  <a:lnTo>
                    <a:pt x="3932" y="1027"/>
                  </a:lnTo>
                  <a:lnTo>
                    <a:pt x="3937" y="1027"/>
                  </a:lnTo>
                  <a:lnTo>
                    <a:pt x="3941" y="884"/>
                  </a:lnTo>
                  <a:lnTo>
                    <a:pt x="3945" y="1017"/>
                  </a:lnTo>
                  <a:lnTo>
                    <a:pt x="3949" y="1017"/>
                  </a:lnTo>
                  <a:lnTo>
                    <a:pt x="3953" y="1246"/>
                  </a:lnTo>
                  <a:lnTo>
                    <a:pt x="3957" y="503"/>
                  </a:lnTo>
                  <a:lnTo>
                    <a:pt x="3961" y="546"/>
                  </a:lnTo>
                  <a:lnTo>
                    <a:pt x="3969" y="1230"/>
                  </a:lnTo>
                  <a:lnTo>
                    <a:pt x="3973" y="1138"/>
                  </a:lnTo>
                  <a:lnTo>
                    <a:pt x="3977" y="1138"/>
                  </a:lnTo>
                  <a:lnTo>
                    <a:pt x="3981" y="1080"/>
                  </a:lnTo>
                  <a:lnTo>
                    <a:pt x="3985" y="947"/>
                  </a:lnTo>
                  <a:lnTo>
                    <a:pt x="3993" y="1068"/>
                  </a:lnTo>
                  <a:lnTo>
                    <a:pt x="3997" y="1052"/>
                  </a:lnTo>
                  <a:lnTo>
                    <a:pt x="4001" y="911"/>
                  </a:lnTo>
                  <a:lnTo>
                    <a:pt x="4005" y="896"/>
                  </a:lnTo>
                  <a:lnTo>
                    <a:pt x="4009" y="896"/>
                  </a:lnTo>
                  <a:lnTo>
                    <a:pt x="4014" y="992"/>
                  </a:lnTo>
                  <a:lnTo>
                    <a:pt x="4018" y="955"/>
                  </a:lnTo>
                  <a:lnTo>
                    <a:pt x="4022" y="955"/>
                  </a:lnTo>
                  <a:lnTo>
                    <a:pt x="4026" y="970"/>
                  </a:lnTo>
                  <a:lnTo>
                    <a:pt x="4030" y="970"/>
                  </a:lnTo>
                  <a:lnTo>
                    <a:pt x="4034" y="960"/>
                  </a:lnTo>
                  <a:lnTo>
                    <a:pt x="4038" y="960"/>
                  </a:lnTo>
                  <a:lnTo>
                    <a:pt x="4042" y="505"/>
                  </a:lnTo>
                  <a:lnTo>
                    <a:pt x="4046" y="1130"/>
                  </a:lnTo>
                  <a:lnTo>
                    <a:pt x="4050" y="1094"/>
                  </a:lnTo>
                  <a:lnTo>
                    <a:pt x="4054" y="1145"/>
                  </a:lnTo>
                  <a:lnTo>
                    <a:pt x="4058" y="1392"/>
                  </a:lnTo>
                  <a:lnTo>
                    <a:pt x="4062" y="1010"/>
                  </a:lnTo>
                  <a:lnTo>
                    <a:pt x="4062" y="1010"/>
                  </a:lnTo>
                </a:path>
              </a:pathLst>
            </a:custGeom>
            <a:noFill/>
            <a:ln w="14604" cap="sq">
              <a:solidFill>
                <a:srgbClr val="0072B2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pic>
        <p:nvPicPr>
          <p:cNvPr id="96" name="picture 9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 rot="21600000">
            <a:off x="6964100" y="3881222"/>
            <a:ext cx="2861524" cy="8255"/>
          </a:xfrm>
          <a:prstGeom prst="rect">
            <a:avLst/>
          </a:prstGeom>
        </p:spPr>
      </p:pic>
      <p:graphicFrame>
        <p:nvGraphicFramePr>
          <p:cNvPr id="98" name="table 98"/>
          <p:cNvGraphicFramePr>
            <a:graphicFrameLocks noGrp="1"/>
          </p:cNvGraphicFramePr>
          <p:nvPr/>
        </p:nvGraphicFramePr>
        <p:xfrm>
          <a:off x="6991088" y="3839215"/>
          <a:ext cx="2839085" cy="1331595"/>
        </p:xfrm>
        <a:graphic>
          <a:graphicData uri="http://schemas.openxmlformats.org/drawingml/2006/table">
            <a:tbl>
              <a:tblPr/>
              <a:tblGrid>
                <a:gridCol w="490855"/>
                <a:gridCol w="177164"/>
                <a:gridCol w="95885"/>
                <a:gridCol w="227329"/>
                <a:gridCol w="365125"/>
                <a:gridCol w="1317625"/>
                <a:gridCol w="165100"/>
              </a:tblGrid>
              <a:tr h="133159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10286521" y="5576561"/>
            <a:ext cx="2587127" cy="1217012"/>
            <a:chOff x="0" y="0"/>
            <a:chExt cx="2587127" cy="1217012"/>
          </a:xfrm>
        </p:grpSpPr>
        <p:sp>
          <p:nvSpPr>
            <p:cNvPr id="100" name="path 100"/>
            <p:cNvSpPr/>
            <p:nvPr/>
          </p:nvSpPr>
          <p:spPr>
            <a:xfrm>
              <a:off x="1270" y="1270"/>
              <a:ext cx="2584586" cy="1214472"/>
            </a:xfrm>
            <a:custGeom>
              <a:avLst/>
              <a:gdLst/>
              <a:ahLst/>
              <a:cxnLst/>
              <a:rect l="0" t="0" r="0" b="0"/>
              <a:pathLst>
                <a:path w="4070" h="1912">
                  <a:moveTo>
                    <a:pt x="9" y="759"/>
                  </a:moveTo>
                  <a:lnTo>
                    <a:pt x="13" y="703"/>
                  </a:lnTo>
                  <a:lnTo>
                    <a:pt x="17" y="487"/>
                  </a:lnTo>
                  <a:lnTo>
                    <a:pt x="21" y="605"/>
                  </a:lnTo>
                  <a:lnTo>
                    <a:pt x="25" y="263"/>
                  </a:lnTo>
                  <a:lnTo>
                    <a:pt x="29" y="367"/>
                  </a:lnTo>
                  <a:lnTo>
                    <a:pt x="33" y="946"/>
                  </a:lnTo>
                  <a:lnTo>
                    <a:pt x="37" y="831"/>
                  </a:lnTo>
                  <a:lnTo>
                    <a:pt x="41" y="237"/>
                  </a:lnTo>
                  <a:lnTo>
                    <a:pt x="50" y="888"/>
                  </a:lnTo>
                  <a:lnTo>
                    <a:pt x="54" y="902"/>
                  </a:lnTo>
                  <a:lnTo>
                    <a:pt x="62" y="1317"/>
                  </a:lnTo>
                  <a:lnTo>
                    <a:pt x="66" y="496"/>
                  </a:lnTo>
                  <a:lnTo>
                    <a:pt x="74" y="1126"/>
                  </a:lnTo>
                  <a:lnTo>
                    <a:pt x="78" y="1039"/>
                  </a:lnTo>
                  <a:lnTo>
                    <a:pt x="82" y="1152"/>
                  </a:lnTo>
                  <a:lnTo>
                    <a:pt x="86" y="680"/>
                  </a:lnTo>
                  <a:lnTo>
                    <a:pt x="90" y="909"/>
                  </a:lnTo>
                  <a:lnTo>
                    <a:pt x="94" y="1429"/>
                  </a:lnTo>
                  <a:lnTo>
                    <a:pt x="98" y="331"/>
                  </a:lnTo>
                  <a:lnTo>
                    <a:pt x="102" y="1049"/>
                  </a:lnTo>
                  <a:lnTo>
                    <a:pt x="106" y="1088"/>
                  </a:lnTo>
                  <a:lnTo>
                    <a:pt x="118" y="704"/>
                  </a:lnTo>
                  <a:lnTo>
                    <a:pt x="123" y="911"/>
                  </a:lnTo>
                  <a:lnTo>
                    <a:pt x="127" y="732"/>
                  </a:lnTo>
                  <a:lnTo>
                    <a:pt x="131" y="706"/>
                  </a:lnTo>
                  <a:lnTo>
                    <a:pt x="135" y="51"/>
                  </a:lnTo>
                  <a:lnTo>
                    <a:pt x="139" y="1043"/>
                  </a:lnTo>
                  <a:lnTo>
                    <a:pt x="143" y="1054"/>
                  </a:lnTo>
                  <a:lnTo>
                    <a:pt x="147" y="1032"/>
                  </a:lnTo>
                  <a:lnTo>
                    <a:pt x="151" y="1233"/>
                  </a:lnTo>
                  <a:lnTo>
                    <a:pt x="155" y="1294"/>
                  </a:lnTo>
                  <a:lnTo>
                    <a:pt x="159" y="1156"/>
                  </a:lnTo>
                  <a:lnTo>
                    <a:pt x="167" y="1261"/>
                  </a:lnTo>
                  <a:lnTo>
                    <a:pt x="171" y="1169"/>
                  </a:lnTo>
                  <a:lnTo>
                    <a:pt x="175" y="418"/>
                  </a:lnTo>
                  <a:lnTo>
                    <a:pt x="179" y="1132"/>
                  </a:lnTo>
                  <a:lnTo>
                    <a:pt x="183" y="1023"/>
                  </a:lnTo>
                  <a:lnTo>
                    <a:pt x="187" y="1333"/>
                  </a:lnTo>
                  <a:lnTo>
                    <a:pt x="191" y="846"/>
                  </a:lnTo>
                  <a:lnTo>
                    <a:pt x="196" y="714"/>
                  </a:lnTo>
                  <a:lnTo>
                    <a:pt x="200" y="705"/>
                  </a:lnTo>
                  <a:lnTo>
                    <a:pt x="204" y="916"/>
                  </a:lnTo>
                  <a:lnTo>
                    <a:pt x="208" y="696"/>
                  </a:lnTo>
                  <a:lnTo>
                    <a:pt x="216" y="809"/>
                  </a:lnTo>
                  <a:lnTo>
                    <a:pt x="220" y="640"/>
                  </a:lnTo>
                  <a:lnTo>
                    <a:pt x="224" y="740"/>
                  </a:lnTo>
                  <a:lnTo>
                    <a:pt x="228" y="729"/>
                  </a:lnTo>
                  <a:lnTo>
                    <a:pt x="240" y="995"/>
                  </a:lnTo>
                  <a:lnTo>
                    <a:pt x="244" y="931"/>
                  </a:lnTo>
                  <a:lnTo>
                    <a:pt x="248" y="943"/>
                  </a:lnTo>
                  <a:lnTo>
                    <a:pt x="252" y="1086"/>
                  </a:lnTo>
                  <a:lnTo>
                    <a:pt x="256" y="606"/>
                  </a:lnTo>
                  <a:lnTo>
                    <a:pt x="260" y="1156"/>
                  </a:lnTo>
                  <a:lnTo>
                    <a:pt x="264" y="1239"/>
                  </a:lnTo>
                  <a:lnTo>
                    <a:pt x="269" y="1215"/>
                  </a:lnTo>
                  <a:lnTo>
                    <a:pt x="273" y="1328"/>
                  </a:lnTo>
                  <a:lnTo>
                    <a:pt x="277" y="1358"/>
                  </a:lnTo>
                  <a:lnTo>
                    <a:pt x="281" y="593"/>
                  </a:lnTo>
                  <a:lnTo>
                    <a:pt x="285" y="1144"/>
                  </a:lnTo>
                  <a:lnTo>
                    <a:pt x="289" y="530"/>
                  </a:lnTo>
                  <a:lnTo>
                    <a:pt x="293" y="737"/>
                  </a:lnTo>
                  <a:lnTo>
                    <a:pt x="297" y="826"/>
                  </a:lnTo>
                  <a:lnTo>
                    <a:pt x="301" y="607"/>
                  </a:lnTo>
                  <a:lnTo>
                    <a:pt x="305" y="817"/>
                  </a:lnTo>
                  <a:lnTo>
                    <a:pt x="309" y="725"/>
                  </a:lnTo>
                  <a:lnTo>
                    <a:pt x="313" y="767"/>
                  </a:lnTo>
                  <a:lnTo>
                    <a:pt x="317" y="169"/>
                  </a:lnTo>
                  <a:lnTo>
                    <a:pt x="321" y="1055"/>
                  </a:lnTo>
                  <a:lnTo>
                    <a:pt x="325" y="941"/>
                  </a:lnTo>
                  <a:lnTo>
                    <a:pt x="329" y="739"/>
                  </a:lnTo>
                  <a:lnTo>
                    <a:pt x="333" y="1174"/>
                  </a:lnTo>
                  <a:lnTo>
                    <a:pt x="342" y="428"/>
                  </a:lnTo>
                  <a:lnTo>
                    <a:pt x="346" y="356"/>
                  </a:lnTo>
                  <a:lnTo>
                    <a:pt x="354" y="808"/>
                  </a:lnTo>
                  <a:lnTo>
                    <a:pt x="358" y="554"/>
                  </a:lnTo>
                  <a:lnTo>
                    <a:pt x="362" y="1101"/>
                  </a:lnTo>
                  <a:lnTo>
                    <a:pt x="366" y="602"/>
                  </a:lnTo>
                  <a:lnTo>
                    <a:pt x="370" y="586"/>
                  </a:lnTo>
                  <a:lnTo>
                    <a:pt x="374" y="1022"/>
                  </a:lnTo>
                  <a:lnTo>
                    <a:pt x="378" y="1034"/>
                  </a:lnTo>
                  <a:lnTo>
                    <a:pt x="382" y="1024"/>
                  </a:lnTo>
                  <a:lnTo>
                    <a:pt x="386" y="1630"/>
                  </a:lnTo>
                  <a:lnTo>
                    <a:pt x="394" y="755"/>
                  </a:lnTo>
                  <a:lnTo>
                    <a:pt x="398" y="814"/>
                  </a:lnTo>
                  <a:lnTo>
                    <a:pt x="402" y="1029"/>
                  </a:lnTo>
                  <a:lnTo>
                    <a:pt x="406" y="894"/>
                  </a:lnTo>
                  <a:lnTo>
                    <a:pt x="410" y="1054"/>
                  </a:lnTo>
                  <a:lnTo>
                    <a:pt x="415" y="847"/>
                  </a:lnTo>
                  <a:lnTo>
                    <a:pt x="419" y="834"/>
                  </a:lnTo>
                  <a:lnTo>
                    <a:pt x="423" y="774"/>
                  </a:lnTo>
                  <a:lnTo>
                    <a:pt x="427" y="985"/>
                  </a:lnTo>
                  <a:lnTo>
                    <a:pt x="431" y="248"/>
                  </a:lnTo>
                  <a:lnTo>
                    <a:pt x="435" y="923"/>
                  </a:lnTo>
                  <a:lnTo>
                    <a:pt x="439" y="406"/>
                  </a:lnTo>
                  <a:lnTo>
                    <a:pt x="447" y="997"/>
                  </a:lnTo>
                  <a:lnTo>
                    <a:pt x="451" y="1041"/>
                  </a:lnTo>
                  <a:lnTo>
                    <a:pt x="455" y="273"/>
                  </a:lnTo>
                  <a:lnTo>
                    <a:pt x="459" y="273"/>
                  </a:lnTo>
                  <a:lnTo>
                    <a:pt x="463" y="920"/>
                  </a:lnTo>
                  <a:lnTo>
                    <a:pt x="467" y="949"/>
                  </a:lnTo>
                  <a:lnTo>
                    <a:pt x="471" y="776"/>
                  </a:lnTo>
                  <a:lnTo>
                    <a:pt x="483" y="825"/>
                  </a:lnTo>
                  <a:lnTo>
                    <a:pt x="488" y="909"/>
                  </a:lnTo>
                  <a:lnTo>
                    <a:pt x="496" y="194"/>
                  </a:lnTo>
                  <a:lnTo>
                    <a:pt x="500" y="329"/>
                  </a:lnTo>
                  <a:lnTo>
                    <a:pt x="504" y="753"/>
                  </a:lnTo>
                  <a:lnTo>
                    <a:pt x="508" y="872"/>
                  </a:lnTo>
                  <a:lnTo>
                    <a:pt x="516" y="665"/>
                  </a:lnTo>
                  <a:lnTo>
                    <a:pt x="520" y="658"/>
                  </a:lnTo>
                  <a:lnTo>
                    <a:pt x="524" y="725"/>
                  </a:lnTo>
                  <a:lnTo>
                    <a:pt x="528" y="1323"/>
                  </a:lnTo>
                  <a:lnTo>
                    <a:pt x="532" y="1247"/>
                  </a:lnTo>
                  <a:lnTo>
                    <a:pt x="536" y="980"/>
                  </a:lnTo>
                  <a:lnTo>
                    <a:pt x="540" y="1274"/>
                  </a:lnTo>
                  <a:lnTo>
                    <a:pt x="544" y="1344"/>
                  </a:lnTo>
                  <a:lnTo>
                    <a:pt x="552" y="1010"/>
                  </a:lnTo>
                  <a:lnTo>
                    <a:pt x="556" y="1261"/>
                  </a:lnTo>
                  <a:lnTo>
                    <a:pt x="561" y="1212"/>
                  </a:lnTo>
                  <a:lnTo>
                    <a:pt x="565" y="1077"/>
                  </a:lnTo>
                  <a:lnTo>
                    <a:pt x="569" y="1328"/>
                  </a:lnTo>
                  <a:lnTo>
                    <a:pt x="573" y="373"/>
                  </a:lnTo>
                  <a:lnTo>
                    <a:pt x="577" y="1048"/>
                  </a:lnTo>
                  <a:lnTo>
                    <a:pt x="581" y="1102"/>
                  </a:lnTo>
                  <a:lnTo>
                    <a:pt x="585" y="1060"/>
                  </a:lnTo>
                  <a:lnTo>
                    <a:pt x="589" y="1049"/>
                  </a:lnTo>
                  <a:lnTo>
                    <a:pt x="593" y="943"/>
                  </a:lnTo>
                  <a:lnTo>
                    <a:pt x="597" y="496"/>
                  </a:lnTo>
                  <a:lnTo>
                    <a:pt x="601" y="1042"/>
                  </a:lnTo>
                  <a:lnTo>
                    <a:pt x="605" y="1192"/>
                  </a:lnTo>
                  <a:lnTo>
                    <a:pt x="609" y="1136"/>
                  </a:lnTo>
                  <a:lnTo>
                    <a:pt x="613" y="875"/>
                  </a:lnTo>
                  <a:lnTo>
                    <a:pt x="621" y="1152"/>
                  </a:lnTo>
                  <a:lnTo>
                    <a:pt x="625" y="1165"/>
                  </a:lnTo>
                  <a:lnTo>
                    <a:pt x="629" y="1065"/>
                  </a:lnTo>
                  <a:lnTo>
                    <a:pt x="634" y="1259"/>
                  </a:lnTo>
                  <a:lnTo>
                    <a:pt x="638" y="701"/>
                  </a:lnTo>
                  <a:lnTo>
                    <a:pt x="642" y="1176"/>
                  </a:lnTo>
                  <a:lnTo>
                    <a:pt x="646" y="1251"/>
                  </a:lnTo>
                  <a:lnTo>
                    <a:pt x="650" y="1375"/>
                  </a:lnTo>
                  <a:lnTo>
                    <a:pt x="654" y="872"/>
                  </a:lnTo>
                  <a:lnTo>
                    <a:pt x="658" y="887"/>
                  </a:lnTo>
                  <a:lnTo>
                    <a:pt x="662" y="795"/>
                  </a:lnTo>
                  <a:lnTo>
                    <a:pt x="666" y="834"/>
                  </a:lnTo>
                  <a:lnTo>
                    <a:pt x="674" y="783"/>
                  </a:lnTo>
                  <a:lnTo>
                    <a:pt x="678" y="635"/>
                  </a:lnTo>
                  <a:lnTo>
                    <a:pt x="686" y="1080"/>
                  </a:lnTo>
                  <a:lnTo>
                    <a:pt x="690" y="1098"/>
                  </a:lnTo>
                  <a:lnTo>
                    <a:pt x="698" y="518"/>
                  </a:lnTo>
                  <a:lnTo>
                    <a:pt x="707" y="1258"/>
                  </a:lnTo>
                  <a:lnTo>
                    <a:pt x="711" y="971"/>
                  </a:lnTo>
                  <a:lnTo>
                    <a:pt x="715" y="403"/>
                  </a:lnTo>
                  <a:lnTo>
                    <a:pt x="719" y="280"/>
                  </a:lnTo>
                  <a:lnTo>
                    <a:pt x="723" y="1035"/>
                  </a:lnTo>
                  <a:lnTo>
                    <a:pt x="727" y="1031"/>
                  </a:lnTo>
                  <a:lnTo>
                    <a:pt x="731" y="897"/>
                  </a:lnTo>
                  <a:lnTo>
                    <a:pt x="735" y="963"/>
                  </a:lnTo>
                  <a:lnTo>
                    <a:pt x="739" y="592"/>
                  </a:lnTo>
                  <a:lnTo>
                    <a:pt x="743" y="1066"/>
                  </a:lnTo>
                  <a:lnTo>
                    <a:pt x="747" y="673"/>
                  </a:lnTo>
                  <a:lnTo>
                    <a:pt x="751" y="987"/>
                  </a:lnTo>
                  <a:lnTo>
                    <a:pt x="755" y="963"/>
                  </a:lnTo>
                  <a:lnTo>
                    <a:pt x="759" y="658"/>
                  </a:lnTo>
                  <a:lnTo>
                    <a:pt x="763" y="741"/>
                  </a:lnTo>
                  <a:lnTo>
                    <a:pt x="767" y="1027"/>
                  </a:lnTo>
                  <a:lnTo>
                    <a:pt x="771" y="605"/>
                  </a:lnTo>
                  <a:lnTo>
                    <a:pt x="775" y="1265"/>
                  </a:lnTo>
                  <a:lnTo>
                    <a:pt x="780" y="1392"/>
                  </a:lnTo>
                  <a:lnTo>
                    <a:pt x="784" y="1205"/>
                  </a:lnTo>
                  <a:lnTo>
                    <a:pt x="788" y="1136"/>
                  </a:lnTo>
                  <a:lnTo>
                    <a:pt x="792" y="1236"/>
                  </a:lnTo>
                  <a:lnTo>
                    <a:pt x="800" y="1044"/>
                  </a:lnTo>
                  <a:lnTo>
                    <a:pt x="804" y="737"/>
                  </a:lnTo>
                  <a:lnTo>
                    <a:pt x="808" y="729"/>
                  </a:lnTo>
                  <a:lnTo>
                    <a:pt x="812" y="685"/>
                  </a:lnTo>
                  <a:lnTo>
                    <a:pt x="816" y="701"/>
                  </a:lnTo>
                  <a:lnTo>
                    <a:pt x="820" y="547"/>
                  </a:lnTo>
                  <a:lnTo>
                    <a:pt x="824" y="561"/>
                  </a:lnTo>
                  <a:lnTo>
                    <a:pt x="828" y="473"/>
                  </a:lnTo>
                  <a:lnTo>
                    <a:pt x="832" y="631"/>
                  </a:lnTo>
                  <a:lnTo>
                    <a:pt x="836" y="538"/>
                  </a:lnTo>
                  <a:lnTo>
                    <a:pt x="840" y="627"/>
                  </a:lnTo>
                  <a:lnTo>
                    <a:pt x="844" y="1060"/>
                  </a:lnTo>
                  <a:lnTo>
                    <a:pt x="848" y="638"/>
                  </a:lnTo>
                  <a:lnTo>
                    <a:pt x="852" y="925"/>
                  </a:lnTo>
                  <a:lnTo>
                    <a:pt x="857" y="923"/>
                  </a:lnTo>
                  <a:lnTo>
                    <a:pt x="861" y="817"/>
                  </a:lnTo>
                  <a:lnTo>
                    <a:pt x="865" y="117"/>
                  </a:lnTo>
                  <a:lnTo>
                    <a:pt x="869" y="808"/>
                  </a:lnTo>
                  <a:lnTo>
                    <a:pt x="873" y="936"/>
                  </a:lnTo>
                  <a:lnTo>
                    <a:pt x="877" y="1154"/>
                  </a:lnTo>
                  <a:lnTo>
                    <a:pt x="881" y="477"/>
                  </a:lnTo>
                  <a:lnTo>
                    <a:pt x="885" y="542"/>
                  </a:lnTo>
                  <a:lnTo>
                    <a:pt x="889" y="737"/>
                  </a:lnTo>
                  <a:lnTo>
                    <a:pt x="893" y="619"/>
                  </a:lnTo>
                  <a:lnTo>
                    <a:pt x="897" y="665"/>
                  </a:lnTo>
                  <a:lnTo>
                    <a:pt x="901" y="188"/>
                  </a:lnTo>
                  <a:lnTo>
                    <a:pt x="905" y="914"/>
                  </a:lnTo>
                  <a:lnTo>
                    <a:pt x="909" y="782"/>
                  </a:lnTo>
                  <a:lnTo>
                    <a:pt x="913" y="1244"/>
                  </a:lnTo>
                  <a:lnTo>
                    <a:pt x="917" y="1236"/>
                  </a:lnTo>
                  <a:lnTo>
                    <a:pt x="921" y="898"/>
                  </a:lnTo>
                  <a:lnTo>
                    <a:pt x="925" y="116"/>
                  </a:lnTo>
                  <a:lnTo>
                    <a:pt x="930" y="829"/>
                  </a:lnTo>
                  <a:lnTo>
                    <a:pt x="934" y="570"/>
                  </a:lnTo>
                  <a:lnTo>
                    <a:pt x="938" y="9"/>
                  </a:lnTo>
                  <a:lnTo>
                    <a:pt x="942" y="821"/>
                  </a:lnTo>
                  <a:lnTo>
                    <a:pt x="946" y="857"/>
                  </a:lnTo>
                  <a:lnTo>
                    <a:pt x="950" y="339"/>
                  </a:lnTo>
                  <a:lnTo>
                    <a:pt x="954" y="530"/>
                  </a:lnTo>
                  <a:lnTo>
                    <a:pt x="958" y="860"/>
                  </a:lnTo>
                  <a:lnTo>
                    <a:pt x="962" y="329"/>
                  </a:lnTo>
                  <a:lnTo>
                    <a:pt x="974" y="1311"/>
                  </a:lnTo>
                  <a:lnTo>
                    <a:pt x="978" y="1048"/>
                  </a:lnTo>
                  <a:lnTo>
                    <a:pt x="982" y="1166"/>
                  </a:lnTo>
                  <a:lnTo>
                    <a:pt x="990" y="875"/>
                  </a:lnTo>
                  <a:lnTo>
                    <a:pt x="994" y="939"/>
                  </a:lnTo>
                  <a:lnTo>
                    <a:pt x="998" y="1085"/>
                  </a:lnTo>
                  <a:lnTo>
                    <a:pt x="1003" y="1017"/>
                  </a:lnTo>
                  <a:lnTo>
                    <a:pt x="1007" y="1207"/>
                  </a:lnTo>
                  <a:lnTo>
                    <a:pt x="1011" y="1000"/>
                  </a:lnTo>
                  <a:lnTo>
                    <a:pt x="1015" y="1108"/>
                  </a:lnTo>
                  <a:lnTo>
                    <a:pt x="1019" y="849"/>
                  </a:lnTo>
                  <a:lnTo>
                    <a:pt x="1023" y="937"/>
                  </a:lnTo>
                  <a:lnTo>
                    <a:pt x="1027" y="220"/>
                  </a:lnTo>
                  <a:lnTo>
                    <a:pt x="1031" y="897"/>
                  </a:lnTo>
                  <a:lnTo>
                    <a:pt x="1035" y="952"/>
                  </a:lnTo>
                  <a:lnTo>
                    <a:pt x="1039" y="907"/>
                  </a:lnTo>
                  <a:lnTo>
                    <a:pt x="1043" y="1112"/>
                  </a:lnTo>
                  <a:lnTo>
                    <a:pt x="1047" y="1031"/>
                  </a:lnTo>
                  <a:lnTo>
                    <a:pt x="1051" y="1135"/>
                  </a:lnTo>
                  <a:lnTo>
                    <a:pt x="1055" y="1038"/>
                  </a:lnTo>
                  <a:lnTo>
                    <a:pt x="1059" y="641"/>
                  </a:lnTo>
                  <a:lnTo>
                    <a:pt x="1063" y="1335"/>
                  </a:lnTo>
                  <a:lnTo>
                    <a:pt x="1067" y="734"/>
                  </a:lnTo>
                  <a:lnTo>
                    <a:pt x="1071" y="1381"/>
                  </a:lnTo>
                  <a:lnTo>
                    <a:pt x="1076" y="1005"/>
                  </a:lnTo>
                  <a:lnTo>
                    <a:pt x="1080" y="1131"/>
                  </a:lnTo>
                  <a:lnTo>
                    <a:pt x="1084" y="817"/>
                  </a:lnTo>
                  <a:lnTo>
                    <a:pt x="1088" y="873"/>
                  </a:lnTo>
                  <a:lnTo>
                    <a:pt x="1092" y="878"/>
                  </a:lnTo>
                  <a:lnTo>
                    <a:pt x="1096" y="1130"/>
                  </a:lnTo>
                  <a:lnTo>
                    <a:pt x="1104" y="373"/>
                  </a:lnTo>
                  <a:lnTo>
                    <a:pt x="1108" y="1130"/>
                  </a:lnTo>
                  <a:lnTo>
                    <a:pt x="1112" y="1241"/>
                  </a:lnTo>
                  <a:lnTo>
                    <a:pt x="1116" y="1278"/>
                  </a:lnTo>
                  <a:lnTo>
                    <a:pt x="1120" y="1251"/>
                  </a:lnTo>
                  <a:lnTo>
                    <a:pt x="1128" y="1111"/>
                  </a:lnTo>
                  <a:lnTo>
                    <a:pt x="1132" y="850"/>
                  </a:lnTo>
                  <a:lnTo>
                    <a:pt x="1136" y="1060"/>
                  </a:lnTo>
                  <a:lnTo>
                    <a:pt x="1140" y="1026"/>
                  </a:lnTo>
                  <a:lnTo>
                    <a:pt x="1144" y="1027"/>
                  </a:lnTo>
                  <a:lnTo>
                    <a:pt x="1149" y="451"/>
                  </a:lnTo>
                  <a:lnTo>
                    <a:pt x="1161" y="1421"/>
                  </a:lnTo>
                  <a:lnTo>
                    <a:pt x="1165" y="732"/>
                  </a:lnTo>
                  <a:lnTo>
                    <a:pt x="1169" y="833"/>
                  </a:lnTo>
                  <a:lnTo>
                    <a:pt x="1173" y="466"/>
                  </a:lnTo>
                  <a:lnTo>
                    <a:pt x="1181" y="1313"/>
                  </a:lnTo>
                  <a:lnTo>
                    <a:pt x="1185" y="1326"/>
                  </a:lnTo>
                  <a:lnTo>
                    <a:pt x="1189" y="1220"/>
                  </a:lnTo>
                  <a:lnTo>
                    <a:pt x="1193" y="351"/>
                  </a:lnTo>
                  <a:lnTo>
                    <a:pt x="1197" y="1388"/>
                  </a:lnTo>
                  <a:lnTo>
                    <a:pt x="1201" y="925"/>
                  </a:lnTo>
                  <a:lnTo>
                    <a:pt x="1205" y="1158"/>
                  </a:lnTo>
                  <a:lnTo>
                    <a:pt x="1209" y="1219"/>
                  </a:lnTo>
                  <a:lnTo>
                    <a:pt x="1213" y="1102"/>
                  </a:lnTo>
                  <a:lnTo>
                    <a:pt x="1226" y="359"/>
                  </a:lnTo>
                  <a:lnTo>
                    <a:pt x="1230" y="335"/>
                  </a:lnTo>
                  <a:lnTo>
                    <a:pt x="1238" y="765"/>
                  </a:lnTo>
                  <a:lnTo>
                    <a:pt x="1246" y="400"/>
                  </a:lnTo>
                  <a:lnTo>
                    <a:pt x="1250" y="429"/>
                  </a:lnTo>
                  <a:lnTo>
                    <a:pt x="1254" y="1042"/>
                  </a:lnTo>
                  <a:lnTo>
                    <a:pt x="1258" y="962"/>
                  </a:lnTo>
                  <a:lnTo>
                    <a:pt x="1262" y="1346"/>
                  </a:lnTo>
                  <a:lnTo>
                    <a:pt x="1266" y="1431"/>
                  </a:lnTo>
                  <a:lnTo>
                    <a:pt x="1270" y="717"/>
                  </a:lnTo>
                  <a:lnTo>
                    <a:pt x="1274" y="1055"/>
                  </a:lnTo>
                  <a:lnTo>
                    <a:pt x="1278" y="1188"/>
                  </a:lnTo>
                  <a:lnTo>
                    <a:pt x="1282" y="1022"/>
                  </a:lnTo>
                  <a:lnTo>
                    <a:pt x="1286" y="1245"/>
                  </a:lnTo>
                  <a:lnTo>
                    <a:pt x="1290" y="642"/>
                  </a:lnTo>
                  <a:lnTo>
                    <a:pt x="1295" y="656"/>
                  </a:lnTo>
                  <a:lnTo>
                    <a:pt x="1299" y="1247"/>
                  </a:lnTo>
                  <a:lnTo>
                    <a:pt x="1303" y="1247"/>
                  </a:lnTo>
                  <a:lnTo>
                    <a:pt x="1307" y="1258"/>
                  </a:lnTo>
                  <a:lnTo>
                    <a:pt x="1311" y="774"/>
                  </a:lnTo>
                  <a:lnTo>
                    <a:pt x="1315" y="1580"/>
                  </a:lnTo>
                  <a:lnTo>
                    <a:pt x="1319" y="1389"/>
                  </a:lnTo>
                  <a:lnTo>
                    <a:pt x="1327" y="1435"/>
                  </a:lnTo>
                  <a:lnTo>
                    <a:pt x="1331" y="1199"/>
                  </a:lnTo>
                  <a:lnTo>
                    <a:pt x="1335" y="593"/>
                  </a:lnTo>
                  <a:lnTo>
                    <a:pt x="1339" y="1213"/>
                  </a:lnTo>
                  <a:lnTo>
                    <a:pt x="1343" y="1227"/>
                  </a:lnTo>
                  <a:lnTo>
                    <a:pt x="1347" y="1474"/>
                  </a:lnTo>
                  <a:lnTo>
                    <a:pt x="1355" y="1358"/>
                  </a:lnTo>
                  <a:lnTo>
                    <a:pt x="1359" y="1622"/>
                  </a:lnTo>
                  <a:lnTo>
                    <a:pt x="1363" y="618"/>
                  </a:lnTo>
                  <a:lnTo>
                    <a:pt x="1368" y="1544"/>
                  </a:lnTo>
                  <a:lnTo>
                    <a:pt x="1372" y="716"/>
                  </a:lnTo>
                  <a:lnTo>
                    <a:pt x="1376" y="1435"/>
                  </a:lnTo>
                  <a:lnTo>
                    <a:pt x="1380" y="634"/>
                  </a:lnTo>
                  <a:lnTo>
                    <a:pt x="1384" y="1304"/>
                  </a:lnTo>
                  <a:lnTo>
                    <a:pt x="1388" y="1435"/>
                  </a:lnTo>
                  <a:lnTo>
                    <a:pt x="1392" y="773"/>
                  </a:lnTo>
                  <a:lnTo>
                    <a:pt x="1396" y="613"/>
                  </a:lnTo>
                  <a:lnTo>
                    <a:pt x="1404" y="853"/>
                  </a:lnTo>
                  <a:lnTo>
                    <a:pt x="1408" y="399"/>
                  </a:lnTo>
                  <a:lnTo>
                    <a:pt x="1412" y="801"/>
                  </a:lnTo>
                  <a:lnTo>
                    <a:pt x="1416" y="344"/>
                  </a:lnTo>
                  <a:lnTo>
                    <a:pt x="1420" y="278"/>
                  </a:lnTo>
                  <a:lnTo>
                    <a:pt x="1424" y="990"/>
                  </a:lnTo>
                  <a:lnTo>
                    <a:pt x="1432" y="1063"/>
                  </a:lnTo>
                  <a:lnTo>
                    <a:pt x="1441" y="869"/>
                  </a:lnTo>
                  <a:lnTo>
                    <a:pt x="1445" y="1031"/>
                  </a:lnTo>
                  <a:lnTo>
                    <a:pt x="1449" y="510"/>
                  </a:lnTo>
                  <a:lnTo>
                    <a:pt x="1453" y="1189"/>
                  </a:lnTo>
                  <a:lnTo>
                    <a:pt x="1461" y="1015"/>
                  </a:lnTo>
                  <a:lnTo>
                    <a:pt x="1465" y="1224"/>
                  </a:lnTo>
                  <a:lnTo>
                    <a:pt x="1469" y="1204"/>
                  </a:lnTo>
                  <a:lnTo>
                    <a:pt x="1477" y="1019"/>
                  </a:lnTo>
                  <a:lnTo>
                    <a:pt x="1481" y="1258"/>
                  </a:lnTo>
                  <a:lnTo>
                    <a:pt x="1485" y="559"/>
                  </a:lnTo>
                  <a:lnTo>
                    <a:pt x="1489" y="1426"/>
                  </a:lnTo>
                  <a:lnTo>
                    <a:pt x="1493" y="847"/>
                  </a:lnTo>
                  <a:lnTo>
                    <a:pt x="1497" y="1483"/>
                  </a:lnTo>
                  <a:lnTo>
                    <a:pt x="1501" y="1276"/>
                  </a:lnTo>
                  <a:lnTo>
                    <a:pt x="1505" y="1454"/>
                  </a:lnTo>
                  <a:lnTo>
                    <a:pt x="1509" y="1448"/>
                  </a:lnTo>
                  <a:lnTo>
                    <a:pt x="1514" y="617"/>
                  </a:lnTo>
                  <a:lnTo>
                    <a:pt x="1518" y="899"/>
                  </a:lnTo>
                  <a:lnTo>
                    <a:pt x="1522" y="775"/>
                  </a:lnTo>
                  <a:lnTo>
                    <a:pt x="1526" y="788"/>
                  </a:lnTo>
                  <a:lnTo>
                    <a:pt x="1530" y="926"/>
                  </a:lnTo>
                  <a:lnTo>
                    <a:pt x="1534" y="568"/>
                  </a:lnTo>
                  <a:lnTo>
                    <a:pt x="1538" y="726"/>
                  </a:lnTo>
                  <a:lnTo>
                    <a:pt x="1542" y="726"/>
                  </a:lnTo>
                  <a:lnTo>
                    <a:pt x="1546" y="1283"/>
                  </a:lnTo>
                  <a:lnTo>
                    <a:pt x="1550" y="463"/>
                  </a:lnTo>
                  <a:lnTo>
                    <a:pt x="1554" y="1326"/>
                  </a:lnTo>
                  <a:lnTo>
                    <a:pt x="1562" y="685"/>
                  </a:lnTo>
                  <a:lnTo>
                    <a:pt x="1566" y="785"/>
                  </a:lnTo>
                  <a:lnTo>
                    <a:pt x="1570" y="955"/>
                  </a:lnTo>
                  <a:lnTo>
                    <a:pt x="1574" y="353"/>
                  </a:lnTo>
                  <a:lnTo>
                    <a:pt x="1578" y="827"/>
                  </a:lnTo>
                  <a:lnTo>
                    <a:pt x="1587" y="1175"/>
                  </a:lnTo>
                  <a:lnTo>
                    <a:pt x="1591" y="904"/>
                  </a:lnTo>
                  <a:lnTo>
                    <a:pt x="1595" y="859"/>
                  </a:lnTo>
                  <a:lnTo>
                    <a:pt x="1599" y="898"/>
                  </a:lnTo>
                  <a:lnTo>
                    <a:pt x="1603" y="438"/>
                  </a:lnTo>
                  <a:lnTo>
                    <a:pt x="1607" y="482"/>
                  </a:lnTo>
                  <a:lnTo>
                    <a:pt x="1611" y="378"/>
                  </a:lnTo>
                  <a:lnTo>
                    <a:pt x="1615" y="374"/>
                  </a:lnTo>
                  <a:lnTo>
                    <a:pt x="1619" y="458"/>
                  </a:lnTo>
                  <a:lnTo>
                    <a:pt x="1623" y="443"/>
                  </a:lnTo>
                  <a:lnTo>
                    <a:pt x="1627" y="518"/>
                  </a:lnTo>
                  <a:lnTo>
                    <a:pt x="1631" y="1044"/>
                  </a:lnTo>
                  <a:lnTo>
                    <a:pt x="1635" y="1256"/>
                  </a:lnTo>
                  <a:lnTo>
                    <a:pt x="1639" y="898"/>
                  </a:lnTo>
                  <a:lnTo>
                    <a:pt x="1643" y="987"/>
                  </a:lnTo>
                  <a:lnTo>
                    <a:pt x="1647" y="1391"/>
                  </a:lnTo>
                  <a:lnTo>
                    <a:pt x="1651" y="617"/>
                  </a:lnTo>
                  <a:lnTo>
                    <a:pt x="1655" y="891"/>
                  </a:lnTo>
                  <a:lnTo>
                    <a:pt x="1664" y="855"/>
                  </a:lnTo>
                  <a:lnTo>
                    <a:pt x="1668" y="754"/>
                  </a:lnTo>
                  <a:lnTo>
                    <a:pt x="1672" y="864"/>
                  </a:lnTo>
                  <a:lnTo>
                    <a:pt x="1676" y="410"/>
                  </a:lnTo>
                  <a:lnTo>
                    <a:pt x="1680" y="799"/>
                  </a:lnTo>
                  <a:lnTo>
                    <a:pt x="1684" y="855"/>
                  </a:lnTo>
                  <a:lnTo>
                    <a:pt x="1688" y="995"/>
                  </a:lnTo>
                  <a:lnTo>
                    <a:pt x="1696" y="753"/>
                  </a:lnTo>
                  <a:lnTo>
                    <a:pt x="1700" y="718"/>
                  </a:lnTo>
                  <a:lnTo>
                    <a:pt x="1704" y="503"/>
                  </a:lnTo>
                  <a:lnTo>
                    <a:pt x="1712" y="1292"/>
                  </a:lnTo>
                  <a:lnTo>
                    <a:pt x="1716" y="1161"/>
                  </a:lnTo>
                  <a:lnTo>
                    <a:pt x="1720" y="829"/>
                  </a:lnTo>
                  <a:lnTo>
                    <a:pt x="1724" y="1436"/>
                  </a:lnTo>
                  <a:lnTo>
                    <a:pt x="1728" y="539"/>
                  </a:lnTo>
                  <a:lnTo>
                    <a:pt x="1732" y="578"/>
                  </a:lnTo>
                  <a:lnTo>
                    <a:pt x="1737" y="1143"/>
                  </a:lnTo>
                  <a:lnTo>
                    <a:pt x="1741" y="1158"/>
                  </a:lnTo>
                  <a:lnTo>
                    <a:pt x="1745" y="1359"/>
                  </a:lnTo>
                  <a:lnTo>
                    <a:pt x="1749" y="1299"/>
                  </a:lnTo>
                  <a:lnTo>
                    <a:pt x="1753" y="1336"/>
                  </a:lnTo>
                  <a:lnTo>
                    <a:pt x="1761" y="1455"/>
                  </a:lnTo>
                  <a:lnTo>
                    <a:pt x="1773" y="1279"/>
                  </a:lnTo>
                  <a:lnTo>
                    <a:pt x="1777" y="619"/>
                  </a:lnTo>
                  <a:lnTo>
                    <a:pt x="1781" y="592"/>
                  </a:lnTo>
                  <a:lnTo>
                    <a:pt x="1785" y="458"/>
                  </a:lnTo>
                  <a:lnTo>
                    <a:pt x="1789" y="1274"/>
                  </a:lnTo>
                  <a:lnTo>
                    <a:pt x="1793" y="1201"/>
                  </a:lnTo>
                  <a:lnTo>
                    <a:pt x="1797" y="1011"/>
                  </a:lnTo>
                  <a:lnTo>
                    <a:pt x="1801" y="1027"/>
                  </a:lnTo>
                  <a:lnTo>
                    <a:pt x="1805" y="593"/>
                  </a:lnTo>
                  <a:lnTo>
                    <a:pt x="1810" y="1292"/>
                  </a:lnTo>
                  <a:lnTo>
                    <a:pt x="1814" y="1187"/>
                  </a:lnTo>
                  <a:lnTo>
                    <a:pt x="1818" y="1438"/>
                  </a:lnTo>
                  <a:lnTo>
                    <a:pt x="1822" y="1491"/>
                  </a:lnTo>
                  <a:lnTo>
                    <a:pt x="1826" y="1375"/>
                  </a:lnTo>
                  <a:lnTo>
                    <a:pt x="1830" y="1407"/>
                  </a:lnTo>
                  <a:lnTo>
                    <a:pt x="1834" y="1296"/>
                  </a:lnTo>
                  <a:lnTo>
                    <a:pt x="1838" y="1271"/>
                  </a:lnTo>
                  <a:lnTo>
                    <a:pt x="1842" y="1059"/>
                  </a:lnTo>
                  <a:lnTo>
                    <a:pt x="1846" y="1044"/>
                  </a:lnTo>
                  <a:lnTo>
                    <a:pt x="1854" y="1259"/>
                  </a:lnTo>
                  <a:lnTo>
                    <a:pt x="1858" y="1478"/>
                  </a:lnTo>
                  <a:lnTo>
                    <a:pt x="1862" y="932"/>
                  </a:lnTo>
                  <a:lnTo>
                    <a:pt x="1866" y="942"/>
                  </a:lnTo>
                  <a:lnTo>
                    <a:pt x="1870" y="1121"/>
                  </a:lnTo>
                  <a:lnTo>
                    <a:pt x="1874" y="784"/>
                  </a:lnTo>
                  <a:lnTo>
                    <a:pt x="1878" y="964"/>
                  </a:lnTo>
                  <a:lnTo>
                    <a:pt x="1883" y="756"/>
                  </a:lnTo>
                  <a:lnTo>
                    <a:pt x="1887" y="939"/>
                  </a:lnTo>
                  <a:lnTo>
                    <a:pt x="1891" y="1428"/>
                  </a:lnTo>
                  <a:lnTo>
                    <a:pt x="1895" y="880"/>
                  </a:lnTo>
                  <a:lnTo>
                    <a:pt x="1899" y="1025"/>
                  </a:lnTo>
                  <a:lnTo>
                    <a:pt x="1903" y="924"/>
                  </a:lnTo>
                  <a:lnTo>
                    <a:pt x="1907" y="1296"/>
                  </a:lnTo>
                  <a:lnTo>
                    <a:pt x="1911" y="1063"/>
                  </a:lnTo>
                  <a:lnTo>
                    <a:pt x="1919" y="1144"/>
                  </a:lnTo>
                  <a:lnTo>
                    <a:pt x="1923" y="933"/>
                  </a:lnTo>
                  <a:lnTo>
                    <a:pt x="1927" y="906"/>
                  </a:lnTo>
                  <a:lnTo>
                    <a:pt x="1931" y="928"/>
                  </a:lnTo>
                  <a:lnTo>
                    <a:pt x="1935" y="1302"/>
                  </a:lnTo>
                  <a:lnTo>
                    <a:pt x="1939" y="1085"/>
                  </a:lnTo>
                  <a:lnTo>
                    <a:pt x="1943" y="993"/>
                  </a:lnTo>
                  <a:lnTo>
                    <a:pt x="1947" y="1258"/>
                  </a:lnTo>
                  <a:lnTo>
                    <a:pt x="1951" y="1077"/>
                  </a:lnTo>
                  <a:lnTo>
                    <a:pt x="1956" y="1334"/>
                  </a:lnTo>
                  <a:lnTo>
                    <a:pt x="1960" y="1247"/>
                  </a:lnTo>
                  <a:lnTo>
                    <a:pt x="1964" y="1039"/>
                  </a:lnTo>
                  <a:lnTo>
                    <a:pt x="1972" y="1258"/>
                  </a:lnTo>
                  <a:lnTo>
                    <a:pt x="1976" y="1073"/>
                  </a:lnTo>
                  <a:lnTo>
                    <a:pt x="1980" y="1301"/>
                  </a:lnTo>
                  <a:lnTo>
                    <a:pt x="1984" y="1293"/>
                  </a:lnTo>
                  <a:lnTo>
                    <a:pt x="1988" y="1026"/>
                  </a:lnTo>
                  <a:lnTo>
                    <a:pt x="1992" y="950"/>
                  </a:lnTo>
                  <a:lnTo>
                    <a:pt x="1996" y="1055"/>
                  </a:lnTo>
                  <a:lnTo>
                    <a:pt x="2000" y="1265"/>
                  </a:lnTo>
                  <a:lnTo>
                    <a:pt x="2004" y="1716"/>
                  </a:lnTo>
                  <a:lnTo>
                    <a:pt x="2008" y="824"/>
                  </a:lnTo>
                  <a:lnTo>
                    <a:pt x="2012" y="1426"/>
                  </a:lnTo>
                  <a:lnTo>
                    <a:pt x="2016" y="883"/>
                  </a:lnTo>
                  <a:lnTo>
                    <a:pt x="2020" y="1530"/>
                  </a:lnTo>
                  <a:lnTo>
                    <a:pt x="2024" y="985"/>
                  </a:lnTo>
                  <a:lnTo>
                    <a:pt x="2029" y="1401"/>
                  </a:lnTo>
                  <a:lnTo>
                    <a:pt x="2033" y="831"/>
                  </a:lnTo>
                  <a:lnTo>
                    <a:pt x="2037" y="860"/>
                  </a:lnTo>
                  <a:lnTo>
                    <a:pt x="2041" y="700"/>
                  </a:lnTo>
                  <a:lnTo>
                    <a:pt x="2049" y="947"/>
                  </a:lnTo>
                  <a:lnTo>
                    <a:pt x="2053" y="906"/>
                  </a:lnTo>
                  <a:lnTo>
                    <a:pt x="2057" y="1072"/>
                  </a:lnTo>
                  <a:lnTo>
                    <a:pt x="2061" y="839"/>
                  </a:lnTo>
                  <a:lnTo>
                    <a:pt x="2065" y="856"/>
                  </a:lnTo>
                  <a:lnTo>
                    <a:pt x="2069" y="982"/>
                  </a:lnTo>
                  <a:lnTo>
                    <a:pt x="2073" y="1589"/>
                  </a:lnTo>
                  <a:lnTo>
                    <a:pt x="2077" y="988"/>
                  </a:lnTo>
                  <a:lnTo>
                    <a:pt x="2085" y="853"/>
                  </a:lnTo>
                  <a:lnTo>
                    <a:pt x="2089" y="1734"/>
                  </a:lnTo>
                  <a:lnTo>
                    <a:pt x="2093" y="724"/>
                  </a:lnTo>
                  <a:lnTo>
                    <a:pt x="2097" y="810"/>
                  </a:lnTo>
                  <a:lnTo>
                    <a:pt x="2102" y="845"/>
                  </a:lnTo>
                  <a:lnTo>
                    <a:pt x="2106" y="1405"/>
                  </a:lnTo>
                  <a:lnTo>
                    <a:pt x="2114" y="626"/>
                  </a:lnTo>
                  <a:lnTo>
                    <a:pt x="2118" y="935"/>
                  </a:lnTo>
                  <a:lnTo>
                    <a:pt x="2122" y="919"/>
                  </a:lnTo>
                  <a:lnTo>
                    <a:pt x="2126" y="1194"/>
                  </a:lnTo>
                  <a:lnTo>
                    <a:pt x="2130" y="952"/>
                  </a:lnTo>
                  <a:lnTo>
                    <a:pt x="2134" y="1903"/>
                  </a:lnTo>
                  <a:lnTo>
                    <a:pt x="2138" y="1099"/>
                  </a:lnTo>
                  <a:lnTo>
                    <a:pt x="2142" y="883"/>
                  </a:lnTo>
                  <a:lnTo>
                    <a:pt x="2146" y="1518"/>
                  </a:lnTo>
                  <a:lnTo>
                    <a:pt x="2150" y="1458"/>
                  </a:lnTo>
                  <a:lnTo>
                    <a:pt x="2158" y="677"/>
                  </a:lnTo>
                  <a:lnTo>
                    <a:pt x="2162" y="1268"/>
                  </a:lnTo>
                  <a:lnTo>
                    <a:pt x="2166" y="1055"/>
                  </a:lnTo>
                  <a:lnTo>
                    <a:pt x="2175" y="1352"/>
                  </a:lnTo>
                  <a:lnTo>
                    <a:pt x="2179" y="670"/>
                  </a:lnTo>
                  <a:lnTo>
                    <a:pt x="2183" y="617"/>
                  </a:lnTo>
                  <a:lnTo>
                    <a:pt x="2187" y="735"/>
                  </a:lnTo>
                  <a:lnTo>
                    <a:pt x="2191" y="1008"/>
                  </a:lnTo>
                  <a:lnTo>
                    <a:pt x="2195" y="821"/>
                  </a:lnTo>
                  <a:lnTo>
                    <a:pt x="2199" y="1018"/>
                  </a:lnTo>
                  <a:lnTo>
                    <a:pt x="2203" y="853"/>
                  </a:lnTo>
                  <a:lnTo>
                    <a:pt x="2207" y="926"/>
                  </a:lnTo>
                  <a:lnTo>
                    <a:pt x="2215" y="1465"/>
                  </a:lnTo>
                  <a:lnTo>
                    <a:pt x="2223" y="993"/>
                  </a:lnTo>
                  <a:lnTo>
                    <a:pt x="2227" y="1360"/>
                  </a:lnTo>
                  <a:lnTo>
                    <a:pt x="2235" y="1168"/>
                  </a:lnTo>
                  <a:lnTo>
                    <a:pt x="2243" y="783"/>
                  </a:lnTo>
                  <a:lnTo>
                    <a:pt x="2248" y="952"/>
                  </a:lnTo>
                  <a:lnTo>
                    <a:pt x="2252" y="1343"/>
                  </a:lnTo>
                  <a:lnTo>
                    <a:pt x="2256" y="816"/>
                  </a:lnTo>
                  <a:lnTo>
                    <a:pt x="2260" y="600"/>
                  </a:lnTo>
                  <a:lnTo>
                    <a:pt x="2264" y="767"/>
                  </a:lnTo>
                  <a:lnTo>
                    <a:pt x="2268" y="1029"/>
                  </a:lnTo>
                  <a:lnTo>
                    <a:pt x="2272" y="853"/>
                  </a:lnTo>
                  <a:lnTo>
                    <a:pt x="2276" y="969"/>
                  </a:lnTo>
                  <a:lnTo>
                    <a:pt x="2280" y="1642"/>
                  </a:lnTo>
                  <a:lnTo>
                    <a:pt x="2288" y="1420"/>
                  </a:lnTo>
                  <a:lnTo>
                    <a:pt x="2296" y="466"/>
                  </a:lnTo>
                  <a:lnTo>
                    <a:pt x="2300" y="716"/>
                  </a:lnTo>
                  <a:lnTo>
                    <a:pt x="2304" y="729"/>
                  </a:lnTo>
                  <a:lnTo>
                    <a:pt x="2308" y="975"/>
                  </a:lnTo>
                  <a:lnTo>
                    <a:pt x="2312" y="1589"/>
                  </a:lnTo>
                  <a:lnTo>
                    <a:pt x="2316" y="1310"/>
                  </a:lnTo>
                  <a:lnTo>
                    <a:pt x="2321" y="742"/>
                  </a:lnTo>
                  <a:lnTo>
                    <a:pt x="2325" y="663"/>
                  </a:lnTo>
                  <a:lnTo>
                    <a:pt x="2329" y="1283"/>
                  </a:lnTo>
                  <a:lnTo>
                    <a:pt x="2333" y="1465"/>
                  </a:lnTo>
                  <a:lnTo>
                    <a:pt x="2337" y="1440"/>
                  </a:lnTo>
                  <a:lnTo>
                    <a:pt x="2341" y="1436"/>
                  </a:lnTo>
                  <a:lnTo>
                    <a:pt x="2345" y="560"/>
                  </a:lnTo>
                  <a:lnTo>
                    <a:pt x="2349" y="1340"/>
                  </a:lnTo>
                  <a:lnTo>
                    <a:pt x="2353" y="1352"/>
                  </a:lnTo>
                  <a:lnTo>
                    <a:pt x="2357" y="1275"/>
                  </a:lnTo>
                  <a:lnTo>
                    <a:pt x="2361" y="1251"/>
                  </a:lnTo>
                  <a:lnTo>
                    <a:pt x="2365" y="1299"/>
                  </a:lnTo>
                  <a:lnTo>
                    <a:pt x="2369" y="1292"/>
                  </a:lnTo>
                  <a:lnTo>
                    <a:pt x="2373" y="1169"/>
                  </a:lnTo>
                  <a:lnTo>
                    <a:pt x="2377" y="1347"/>
                  </a:lnTo>
                  <a:lnTo>
                    <a:pt x="2381" y="1092"/>
                  </a:lnTo>
                  <a:lnTo>
                    <a:pt x="2385" y="582"/>
                  </a:lnTo>
                  <a:lnTo>
                    <a:pt x="2389" y="688"/>
                  </a:lnTo>
                  <a:lnTo>
                    <a:pt x="2393" y="733"/>
                  </a:lnTo>
                  <a:lnTo>
                    <a:pt x="2398" y="722"/>
                  </a:lnTo>
                  <a:lnTo>
                    <a:pt x="2402" y="746"/>
                  </a:lnTo>
                  <a:lnTo>
                    <a:pt x="2410" y="950"/>
                  </a:lnTo>
                  <a:lnTo>
                    <a:pt x="2414" y="901"/>
                  </a:lnTo>
                  <a:lnTo>
                    <a:pt x="2418" y="727"/>
                  </a:lnTo>
                  <a:lnTo>
                    <a:pt x="2422" y="869"/>
                  </a:lnTo>
                  <a:lnTo>
                    <a:pt x="2426" y="1478"/>
                  </a:lnTo>
                  <a:lnTo>
                    <a:pt x="2430" y="917"/>
                  </a:lnTo>
                  <a:lnTo>
                    <a:pt x="2438" y="1572"/>
                  </a:lnTo>
                  <a:lnTo>
                    <a:pt x="2446" y="1236"/>
                  </a:lnTo>
                  <a:lnTo>
                    <a:pt x="2450" y="621"/>
                  </a:lnTo>
                  <a:lnTo>
                    <a:pt x="2454" y="1351"/>
                  </a:lnTo>
                  <a:lnTo>
                    <a:pt x="2458" y="587"/>
                  </a:lnTo>
                  <a:lnTo>
                    <a:pt x="2462" y="630"/>
                  </a:lnTo>
                  <a:lnTo>
                    <a:pt x="2466" y="699"/>
                  </a:lnTo>
                  <a:lnTo>
                    <a:pt x="2471" y="481"/>
                  </a:lnTo>
                  <a:lnTo>
                    <a:pt x="2475" y="1484"/>
                  </a:lnTo>
                  <a:lnTo>
                    <a:pt x="2479" y="584"/>
                  </a:lnTo>
                  <a:lnTo>
                    <a:pt x="2483" y="1397"/>
                  </a:lnTo>
                  <a:lnTo>
                    <a:pt x="2487" y="1545"/>
                  </a:lnTo>
                  <a:lnTo>
                    <a:pt x="2491" y="771"/>
                  </a:lnTo>
                  <a:lnTo>
                    <a:pt x="2495" y="920"/>
                  </a:lnTo>
                  <a:lnTo>
                    <a:pt x="2499" y="645"/>
                  </a:lnTo>
                  <a:lnTo>
                    <a:pt x="2503" y="795"/>
                  </a:lnTo>
                  <a:lnTo>
                    <a:pt x="2507" y="767"/>
                  </a:lnTo>
                  <a:lnTo>
                    <a:pt x="2511" y="640"/>
                  </a:lnTo>
                  <a:lnTo>
                    <a:pt x="2515" y="1303"/>
                  </a:lnTo>
                  <a:lnTo>
                    <a:pt x="2519" y="792"/>
                  </a:lnTo>
                  <a:lnTo>
                    <a:pt x="2523" y="582"/>
                  </a:lnTo>
                  <a:lnTo>
                    <a:pt x="2527" y="641"/>
                  </a:lnTo>
                  <a:lnTo>
                    <a:pt x="2531" y="1521"/>
                  </a:lnTo>
                  <a:lnTo>
                    <a:pt x="2535" y="886"/>
                  </a:lnTo>
                  <a:lnTo>
                    <a:pt x="2539" y="1032"/>
                  </a:lnTo>
                  <a:lnTo>
                    <a:pt x="2544" y="788"/>
                  </a:lnTo>
                  <a:lnTo>
                    <a:pt x="2548" y="800"/>
                  </a:lnTo>
                  <a:lnTo>
                    <a:pt x="2556" y="869"/>
                  </a:lnTo>
                  <a:lnTo>
                    <a:pt x="2560" y="814"/>
                  </a:lnTo>
                  <a:lnTo>
                    <a:pt x="2564" y="822"/>
                  </a:lnTo>
                  <a:lnTo>
                    <a:pt x="2568" y="1018"/>
                  </a:lnTo>
                  <a:lnTo>
                    <a:pt x="2572" y="740"/>
                  </a:lnTo>
                  <a:lnTo>
                    <a:pt x="2580" y="1098"/>
                  </a:lnTo>
                  <a:lnTo>
                    <a:pt x="2588" y="722"/>
                  </a:lnTo>
                  <a:lnTo>
                    <a:pt x="2592" y="791"/>
                  </a:lnTo>
                  <a:lnTo>
                    <a:pt x="2596" y="674"/>
                  </a:lnTo>
                  <a:lnTo>
                    <a:pt x="2600" y="785"/>
                  </a:lnTo>
                  <a:lnTo>
                    <a:pt x="2604" y="1165"/>
                  </a:lnTo>
                  <a:lnTo>
                    <a:pt x="2612" y="544"/>
                  </a:lnTo>
                  <a:lnTo>
                    <a:pt x="2617" y="579"/>
                  </a:lnTo>
                  <a:lnTo>
                    <a:pt x="2621" y="1399"/>
                  </a:lnTo>
                  <a:lnTo>
                    <a:pt x="2625" y="652"/>
                  </a:lnTo>
                  <a:lnTo>
                    <a:pt x="2629" y="447"/>
                  </a:lnTo>
                  <a:lnTo>
                    <a:pt x="2633" y="726"/>
                  </a:lnTo>
                  <a:lnTo>
                    <a:pt x="2637" y="779"/>
                  </a:lnTo>
                  <a:lnTo>
                    <a:pt x="2641" y="576"/>
                  </a:lnTo>
                  <a:lnTo>
                    <a:pt x="2645" y="745"/>
                  </a:lnTo>
                  <a:lnTo>
                    <a:pt x="2649" y="204"/>
                  </a:lnTo>
                  <a:lnTo>
                    <a:pt x="2653" y="350"/>
                  </a:lnTo>
                  <a:lnTo>
                    <a:pt x="2657" y="1080"/>
                  </a:lnTo>
                  <a:lnTo>
                    <a:pt x="2661" y="513"/>
                  </a:lnTo>
                  <a:lnTo>
                    <a:pt x="2673" y="1692"/>
                  </a:lnTo>
                  <a:lnTo>
                    <a:pt x="2677" y="924"/>
                  </a:lnTo>
                  <a:lnTo>
                    <a:pt x="2681" y="1145"/>
                  </a:lnTo>
                  <a:lnTo>
                    <a:pt x="2685" y="773"/>
                  </a:lnTo>
                  <a:lnTo>
                    <a:pt x="2690" y="1475"/>
                  </a:lnTo>
                  <a:lnTo>
                    <a:pt x="2694" y="849"/>
                  </a:lnTo>
                  <a:lnTo>
                    <a:pt x="2698" y="1361"/>
                  </a:lnTo>
                  <a:lnTo>
                    <a:pt x="2702" y="1406"/>
                  </a:lnTo>
                  <a:lnTo>
                    <a:pt x="2706" y="1194"/>
                  </a:lnTo>
                  <a:lnTo>
                    <a:pt x="2710" y="1351"/>
                  </a:lnTo>
                  <a:lnTo>
                    <a:pt x="2714" y="1188"/>
                  </a:lnTo>
                  <a:lnTo>
                    <a:pt x="2718" y="568"/>
                  </a:lnTo>
                  <a:lnTo>
                    <a:pt x="2722" y="1030"/>
                  </a:lnTo>
                  <a:lnTo>
                    <a:pt x="2730" y="1065"/>
                  </a:lnTo>
                  <a:lnTo>
                    <a:pt x="2734" y="643"/>
                  </a:lnTo>
                  <a:lnTo>
                    <a:pt x="2738" y="1169"/>
                  </a:lnTo>
                  <a:lnTo>
                    <a:pt x="2742" y="935"/>
                  </a:lnTo>
                  <a:lnTo>
                    <a:pt x="2750" y="1537"/>
                  </a:lnTo>
                  <a:lnTo>
                    <a:pt x="2754" y="669"/>
                  </a:lnTo>
                  <a:lnTo>
                    <a:pt x="2758" y="856"/>
                  </a:lnTo>
                  <a:lnTo>
                    <a:pt x="2763" y="832"/>
                  </a:lnTo>
                  <a:lnTo>
                    <a:pt x="2771" y="713"/>
                  </a:lnTo>
                  <a:lnTo>
                    <a:pt x="2775" y="831"/>
                  </a:lnTo>
                  <a:lnTo>
                    <a:pt x="2779" y="483"/>
                  </a:lnTo>
                  <a:lnTo>
                    <a:pt x="2783" y="369"/>
                  </a:lnTo>
                  <a:lnTo>
                    <a:pt x="2787" y="485"/>
                  </a:lnTo>
                  <a:lnTo>
                    <a:pt x="2791" y="1046"/>
                  </a:lnTo>
                  <a:lnTo>
                    <a:pt x="2795" y="1060"/>
                  </a:lnTo>
                  <a:lnTo>
                    <a:pt x="2799" y="784"/>
                  </a:lnTo>
                  <a:lnTo>
                    <a:pt x="2803" y="743"/>
                  </a:lnTo>
                  <a:lnTo>
                    <a:pt x="2807" y="850"/>
                  </a:lnTo>
                  <a:lnTo>
                    <a:pt x="2811" y="1025"/>
                  </a:lnTo>
                  <a:lnTo>
                    <a:pt x="2815" y="735"/>
                  </a:lnTo>
                  <a:lnTo>
                    <a:pt x="2819" y="753"/>
                  </a:lnTo>
                  <a:lnTo>
                    <a:pt x="2823" y="537"/>
                  </a:lnTo>
                  <a:lnTo>
                    <a:pt x="2827" y="1316"/>
                  </a:lnTo>
                  <a:lnTo>
                    <a:pt x="2831" y="1296"/>
                  </a:lnTo>
                  <a:lnTo>
                    <a:pt x="2836" y="1365"/>
                  </a:lnTo>
                  <a:lnTo>
                    <a:pt x="2840" y="1343"/>
                  </a:lnTo>
                  <a:lnTo>
                    <a:pt x="2844" y="1160"/>
                  </a:lnTo>
                  <a:lnTo>
                    <a:pt x="2848" y="471"/>
                  </a:lnTo>
                  <a:lnTo>
                    <a:pt x="2852" y="1122"/>
                  </a:lnTo>
                  <a:lnTo>
                    <a:pt x="2856" y="1108"/>
                  </a:lnTo>
                  <a:lnTo>
                    <a:pt x="2860" y="993"/>
                  </a:lnTo>
                  <a:lnTo>
                    <a:pt x="2864" y="559"/>
                  </a:lnTo>
                  <a:lnTo>
                    <a:pt x="2868" y="1298"/>
                  </a:lnTo>
                  <a:lnTo>
                    <a:pt x="2872" y="1069"/>
                  </a:lnTo>
                  <a:lnTo>
                    <a:pt x="2876" y="654"/>
                  </a:lnTo>
                  <a:lnTo>
                    <a:pt x="2880" y="1361"/>
                  </a:lnTo>
                  <a:lnTo>
                    <a:pt x="2884" y="1249"/>
                  </a:lnTo>
                  <a:lnTo>
                    <a:pt x="2888" y="1257"/>
                  </a:lnTo>
                  <a:lnTo>
                    <a:pt x="2892" y="1226"/>
                  </a:lnTo>
                  <a:lnTo>
                    <a:pt x="2896" y="1249"/>
                  </a:lnTo>
                  <a:lnTo>
                    <a:pt x="2900" y="1297"/>
                  </a:lnTo>
                  <a:lnTo>
                    <a:pt x="2904" y="714"/>
                  </a:lnTo>
                  <a:lnTo>
                    <a:pt x="2909" y="1277"/>
                  </a:lnTo>
                  <a:lnTo>
                    <a:pt x="2913" y="725"/>
                  </a:lnTo>
                  <a:lnTo>
                    <a:pt x="2917" y="827"/>
                  </a:lnTo>
                  <a:lnTo>
                    <a:pt x="2921" y="1638"/>
                  </a:lnTo>
                  <a:lnTo>
                    <a:pt x="2925" y="1658"/>
                  </a:lnTo>
                  <a:lnTo>
                    <a:pt x="2929" y="1335"/>
                  </a:lnTo>
                  <a:lnTo>
                    <a:pt x="2937" y="1110"/>
                  </a:lnTo>
                  <a:lnTo>
                    <a:pt x="2941" y="1424"/>
                  </a:lnTo>
                  <a:lnTo>
                    <a:pt x="2945" y="898"/>
                  </a:lnTo>
                  <a:lnTo>
                    <a:pt x="2953" y="1050"/>
                  </a:lnTo>
                  <a:lnTo>
                    <a:pt x="2957" y="161"/>
                  </a:lnTo>
                  <a:lnTo>
                    <a:pt x="2961" y="1149"/>
                  </a:lnTo>
                  <a:lnTo>
                    <a:pt x="2965" y="513"/>
                  </a:lnTo>
                  <a:lnTo>
                    <a:pt x="2969" y="588"/>
                  </a:lnTo>
                  <a:lnTo>
                    <a:pt x="2973" y="602"/>
                  </a:lnTo>
                  <a:lnTo>
                    <a:pt x="2977" y="677"/>
                  </a:lnTo>
                  <a:lnTo>
                    <a:pt x="2982" y="1397"/>
                  </a:lnTo>
                  <a:lnTo>
                    <a:pt x="2986" y="639"/>
                  </a:lnTo>
                  <a:lnTo>
                    <a:pt x="2990" y="1298"/>
                  </a:lnTo>
                  <a:lnTo>
                    <a:pt x="2994" y="1236"/>
                  </a:lnTo>
                  <a:lnTo>
                    <a:pt x="2998" y="1056"/>
                  </a:lnTo>
                  <a:lnTo>
                    <a:pt x="3002" y="1538"/>
                  </a:lnTo>
                  <a:lnTo>
                    <a:pt x="3006" y="725"/>
                  </a:lnTo>
                  <a:lnTo>
                    <a:pt x="3010" y="661"/>
                  </a:lnTo>
                  <a:lnTo>
                    <a:pt x="3022" y="1039"/>
                  </a:lnTo>
                  <a:lnTo>
                    <a:pt x="3026" y="1340"/>
                  </a:lnTo>
                  <a:lnTo>
                    <a:pt x="3030" y="1133"/>
                  </a:lnTo>
                  <a:lnTo>
                    <a:pt x="3034" y="1241"/>
                  </a:lnTo>
                  <a:lnTo>
                    <a:pt x="3038" y="1231"/>
                  </a:lnTo>
                  <a:lnTo>
                    <a:pt x="3042" y="1176"/>
                  </a:lnTo>
                  <a:lnTo>
                    <a:pt x="3046" y="1383"/>
                  </a:lnTo>
                  <a:lnTo>
                    <a:pt x="3050" y="1351"/>
                  </a:lnTo>
                  <a:lnTo>
                    <a:pt x="3055" y="846"/>
                  </a:lnTo>
                  <a:lnTo>
                    <a:pt x="3059" y="1547"/>
                  </a:lnTo>
                  <a:lnTo>
                    <a:pt x="3067" y="1402"/>
                  </a:lnTo>
                  <a:lnTo>
                    <a:pt x="3071" y="1414"/>
                  </a:lnTo>
                  <a:lnTo>
                    <a:pt x="3075" y="1093"/>
                  </a:lnTo>
                  <a:lnTo>
                    <a:pt x="3079" y="1105"/>
                  </a:lnTo>
                  <a:lnTo>
                    <a:pt x="3083" y="1106"/>
                  </a:lnTo>
                  <a:lnTo>
                    <a:pt x="3087" y="1016"/>
                  </a:lnTo>
                  <a:lnTo>
                    <a:pt x="3091" y="1200"/>
                  </a:lnTo>
                  <a:lnTo>
                    <a:pt x="3095" y="1226"/>
                  </a:lnTo>
                  <a:lnTo>
                    <a:pt x="3099" y="950"/>
                  </a:lnTo>
                  <a:lnTo>
                    <a:pt x="3103" y="860"/>
                  </a:lnTo>
                  <a:lnTo>
                    <a:pt x="3107" y="1064"/>
                  </a:lnTo>
                  <a:lnTo>
                    <a:pt x="3115" y="853"/>
                  </a:lnTo>
                  <a:lnTo>
                    <a:pt x="3119" y="1121"/>
                  </a:lnTo>
                  <a:lnTo>
                    <a:pt x="3123" y="1074"/>
                  </a:lnTo>
                  <a:lnTo>
                    <a:pt x="3128" y="916"/>
                  </a:lnTo>
                  <a:lnTo>
                    <a:pt x="3132" y="1358"/>
                  </a:lnTo>
                  <a:lnTo>
                    <a:pt x="3136" y="1245"/>
                  </a:lnTo>
                  <a:lnTo>
                    <a:pt x="3140" y="1257"/>
                  </a:lnTo>
                  <a:lnTo>
                    <a:pt x="3144" y="1450"/>
                  </a:lnTo>
                  <a:lnTo>
                    <a:pt x="3148" y="795"/>
                  </a:lnTo>
                  <a:lnTo>
                    <a:pt x="3152" y="742"/>
                  </a:lnTo>
                  <a:lnTo>
                    <a:pt x="3156" y="744"/>
                  </a:lnTo>
                  <a:lnTo>
                    <a:pt x="3160" y="1017"/>
                  </a:lnTo>
                  <a:lnTo>
                    <a:pt x="3164" y="835"/>
                  </a:lnTo>
                  <a:lnTo>
                    <a:pt x="3168" y="378"/>
                  </a:lnTo>
                  <a:lnTo>
                    <a:pt x="3172" y="872"/>
                  </a:lnTo>
                  <a:lnTo>
                    <a:pt x="3176" y="1007"/>
                  </a:lnTo>
                  <a:lnTo>
                    <a:pt x="3180" y="1062"/>
                  </a:lnTo>
                  <a:lnTo>
                    <a:pt x="3188" y="907"/>
                  </a:lnTo>
                  <a:lnTo>
                    <a:pt x="3192" y="907"/>
                  </a:lnTo>
                  <a:lnTo>
                    <a:pt x="3196" y="921"/>
                  </a:lnTo>
                  <a:lnTo>
                    <a:pt x="3200" y="1019"/>
                  </a:lnTo>
                  <a:lnTo>
                    <a:pt x="3205" y="976"/>
                  </a:lnTo>
                  <a:lnTo>
                    <a:pt x="3209" y="1081"/>
                  </a:lnTo>
                  <a:lnTo>
                    <a:pt x="3217" y="1638"/>
                  </a:lnTo>
                  <a:lnTo>
                    <a:pt x="3221" y="1083"/>
                  </a:lnTo>
                  <a:lnTo>
                    <a:pt x="3225" y="1520"/>
                  </a:lnTo>
                  <a:lnTo>
                    <a:pt x="3229" y="1680"/>
                  </a:lnTo>
                  <a:lnTo>
                    <a:pt x="3233" y="1575"/>
                  </a:lnTo>
                  <a:lnTo>
                    <a:pt x="3237" y="745"/>
                  </a:lnTo>
                  <a:lnTo>
                    <a:pt x="3241" y="886"/>
                  </a:lnTo>
                  <a:lnTo>
                    <a:pt x="3245" y="1337"/>
                  </a:lnTo>
                  <a:lnTo>
                    <a:pt x="3249" y="1334"/>
                  </a:lnTo>
                  <a:lnTo>
                    <a:pt x="3253" y="1131"/>
                  </a:lnTo>
                  <a:lnTo>
                    <a:pt x="3257" y="609"/>
                  </a:lnTo>
                  <a:lnTo>
                    <a:pt x="3261" y="1181"/>
                  </a:lnTo>
                  <a:lnTo>
                    <a:pt x="3269" y="1304"/>
                  </a:lnTo>
                  <a:lnTo>
                    <a:pt x="3273" y="572"/>
                  </a:lnTo>
                  <a:lnTo>
                    <a:pt x="3278" y="1237"/>
                  </a:lnTo>
                  <a:lnTo>
                    <a:pt x="3282" y="494"/>
                  </a:lnTo>
                  <a:lnTo>
                    <a:pt x="3286" y="388"/>
                  </a:lnTo>
                  <a:lnTo>
                    <a:pt x="3290" y="594"/>
                  </a:lnTo>
                  <a:lnTo>
                    <a:pt x="3294" y="1176"/>
                  </a:lnTo>
                  <a:lnTo>
                    <a:pt x="3298" y="1076"/>
                  </a:lnTo>
                  <a:lnTo>
                    <a:pt x="3302" y="1053"/>
                  </a:lnTo>
                  <a:lnTo>
                    <a:pt x="3310" y="1212"/>
                  </a:lnTo>
                  <a:lnTo>
                    <a:pt x="3318" y="951"/>
                  </a:lnTo>
                  <a:lnTo>
                    <a:pt x="3322" y="1146"/>
                  </a:lnTo>
                  <a:lnTo>
                    <a:pt x="3326" y="989"/>
                  </a:lnTo>
                  <a:lnTo>
                    <a:pt x="3330" y="512"/>
                  </a:lnTo>
                  <a:lnTo>
                    <a:pt x="3334" y="1305"/>
                  </a:lnTo>
                  <a:lnTo>
                    <a:pt x="3338" y="849"/>
                  </a:lnTo>
                  <a:lnTo>
                    <a:pt x="3342" y="786"/>
                  </a:lnTo>
                  <a:lnTo>
                    <a:pt x="3346" y="1394"/>
                  </a:lnTo>
                  <a:lnTo>
                    <a:pt x="3351" y="854"/>
                  </a:lnTo>
                  <a:lnTo>
                    <a:pt x="3355" y="1717"/>
                  </a:lnTo>
                  <a:lnTo>
                    <a:pt x="3359" y="866"/>
                  </a:lnTo>
                  <a:lnTo>
                    <a:pt x="3363" y="763"/>
                  </a:lnTo>
                  <a:lnTo>
                    <a:pt x="3367" y="776"/>
                  </a:lnTo>
                  <a:lnTo>
                    <a:pt x="3371" y="1255"/>
                  </a:lnTo>
                  <a:lnTo>
                    <a:pt x="3375" y="844"/>
                  </a:lnTo>
                  <a:lnTo>
                    <a:pt x="3379" y="1324"/>
                  </a:lnTo>
                  <a:lnTo>
                    <a:pt x="3383" y="453"/>
                  </a:lnTo>
                  <a:lnTo>
                    <a:pt x="3387" y="1108"/>
                  </a:lnTo>
                  <a:lnTo>
                    <a:pt x="3391" y="1231"/>
                  </a:lnTo>
                  <a:lnTo>
                    <a:pt x="3395" y="488"/>
                  </a:lnTo>
                  <a:lnTo>
                    <a:pt x="3399" y="1306"/>
                  </a:lnTo>
                  <a:lnTo>
                    <a:pt x="3403" y="791"/>
                  </a:lnTo>
                  <a:lnTo>
                    <a:pt x="3407" y="1214"/>
                  </a:lnTo>
                  <a:lnTo>
                    <a:pt x="3411" y="1214"/>
                  </a:lnTo>
                  <a:lnTo>
                    <a:pt x="3415" y="1506"/>
                  </a:lnTo>
                  <a:lnTo>
                    <a:pt x="3419" y="518"/>
                  </a:lnTo>
                  <a:lnTo>
                    <a:pt x="3424" y="1202"/>
                  </a:lnTo>
                  <a:lnTo>
                    <a:pt x="3428" y="617"/>
                  </a:lnTo>
                  <a:lnTo>
                    <a:pt x="3432" y="419"/>
                  </a:lnTo>
                  <a:lnTo>
                    <a:pt x="3436" y="773"/>
                  </a:lnTo>
                  <a:lnTo>
                    <a:pt x="3440" y="733"/>
                  </a:lnTo>
                  <a:lnTo>
                    <a:pt x="3444" y="591"/>
                  </a:lnTo>
                  <a:lnTo>
                    <a:pt x="3448" y="779"/>
                  </a:lnTo>
                  <a:lnTo>
                    <a:pt x="3452" y="1451"/>
                  </a:lnTo>
                  <a:lnTo>
                    <a:pt x="3456" y="657"/>
                  </a:lnTo>
                  <a:lnTo>
                    <a:pt x="3460" y="740"/>
                  </a:lnTo>
                  <a:lnTo>
                    <a:pt x="3464" y="1353"/>
                  </a:lnTo>
                  <a:lnTo>
                    <a:pt x="3468" y="974"/>
                  </a:lnTo>
                  <a:lnTo>
                    <a:pt x="3472" y="1352"/>
                  </a:lnTo>
                  <a:lnTo>
                    <a:pt x="3476" y="883"/>
                  </a:lnTo>
                  <a:lnTo>
                    <a:pt x="3480" y="1607"/>
                  </a:lnTo>
                  <a:lnTo>
                    <a:pt x="3488" y="758"/>
                  </a:lnTo>
                  <a:lnTo>
                    <a:pt x="3492" y="741"/>
                  </a:lnTo>
                  <a:lnTo>
                    <a:pt x="3501" y="422"/>
                  </a:lnTo>
                  <a:lnTo>
                    <a:pt x="3505" y="648"/>
                  </a:lnTo>
                  <a:lnTo>
                    <a:pt x="3509" y="1023"/>
                  </a:lnTo>
                  <a:lnTo>
                    <a:pt x="3513" y="535"/>
                  </a:lnTo>
                  <a:lnTo>
                    <a:pt x="3517" y="361"/>
                  </a:lnTo>
                  <a:lnTo>
                    <a:pt x="3521" y="1148"/>
                  </a:lnTo>
                  <a:lnTo>
                    <a:pt x="3529" y="359"/>
                  </a:lnTo>
                  <a:lnTo>
                    <a:pt x="3533" y="590"/>
                  </a:lnTo>
                  <a:lnTo>
                    <a:pt x="3537" y="489"/>
                  </a:lnTo>
                  <a:lnTo>
                    <a:pt x="3541" y="739"/>
                  </a:lnTo>
                  <a:lnTo>
                    <a:pt x="3545" y="685"/>
                  </a:lnTo>
                  <a:lnTo>
                    <a:pt x="3549" y="665"/>
                  </a:lnTo>
                  <a:lnTo>
                    <a:pt x="3553" y="663"/>
                  </a:lnTo>
                  <a:lnTo>
                    <a:pt x="3557" y="222"/>
                  </a:lnTo>
                  <a:lnTo>
                    <a:pt x="3561" y="515"/>
                  </a:lnTo>
                  <a:lnTo>
                    <a:pt x="3565" y="557"/>
                  </a:lnTo>
                  <a:lnTo>
                    <a:pt x="3570" y="563"/>
                  </a:lnTo>
                  <a:lnTo>
                    <a:pt x="3574" y="468"/>
                  </a:lnTo>
                  <a:lnTo>
                    <a:pt x="3578" y="656"/>
                  </a:lnTo>
                  <a:lnTo>
                    <a:pt x="3582" y="629"/>
                  </a:lnTo>
                  <a:lnTo>
                    <a:pt x="3586" y="627"/>
                  </a:lnTo>
                  <a:lnTo>
                    <a:pt x="3590" y="646"/>
                  </a:lnTo>
                  <a:lnTo>
                    <a:pt x="3594" y="1144"/>
                  </a:lnTo>
                  <a:lnTo>
                    <a:pt x="3598" y="1081"/>
                  </a:lnTo>
                  <a:lnTo>
                    <a:pt x="3602" y="1132"/>
                  </a:lnTo>
                  <a:lnTo>
                    <a:pt x="3606" y="1066"/>
                  </a:lnTo>
                  <a:lnTo>
                    <a:pt x="3610" y="1042"/>
                  </a:lnTo>
                  <a:lnTo>
                    <a:pt x="3614" y="1176"/>
                  </a:lnTo>
                  <a:lnTo>
                    <a:pt x="3618" y="1100"/>
                  </a:lnTo>
                  <a:lnTo>
                    <a:pt x="3622" y="1099"/>
                  </a:lnTo>
                  <a:lnTo>
                    <a:pt x="3626" y="468"/>
                  </a:lnTo>
                  <a:lnTo>
                    <a:pt x="3630" y="415"/>
                  </a:lnTo>
                  <a:lnTo>
                    <a:pt x="3634" y="1043"/>
                  </a:lnTo>
                  <a:lnTo>
                    <a:pt x="3638" y="461"/>
                  </a:lnTo>
                  <a:lnTo>
                    <a:pt x="3643" y="1068"/>
                  </a:lnTo>
                  <a:lnTo>
                    <a:pt x="3647" y="1171"/>
                  </a:lnTo>
                  <a:lnTo>
                    <a:pt x="3651" y="1051"/>
                  </a:lnTo>
                  <a:lnTo>
                    <a:pt x="3655" y="1022"/>
                  </a:lnTo>
                  <a:lnTo>
                    <a:pt x="3659" y="561"/>
                  </a:lnTo>
                  <a:lnTo>
                    <a:pt x="3663" y="1033"/>
                  </a:lnTo>
                  <a:lnTo>
                    <a:pt x="3667" y="615"/>
                  </a:lnTo>
                  <a:lnTo>
                    <a:pt x="3671" y="445"/>
                  </a:lnTo>
                  <a:lnTo>
                    <a:pt x="3675" y="1187"/>
                  </a:lnTo>
                  <a:lnTo>
                    <a:pt x="3679" y="949"/>
                  </a:lnTo>
                  <a:lnTo>
                    <a:pt x="3687" y="1093"/>
                  </a:lnTo>
                  <a:lnTo>
                    <a:pt x="3691" y="1113"/>
                  </a:lnTo>
                  <a:lnTo>
                    <a:pt x="3695" y="1053"/>
                  </a:lnTo>
                  <a:lnTo>
                    <a:pt x="3699" y="826"/>
                  </a:lnTo>
                  <a:lnTo>
                    <a:pt x="3703" y="240"/>
                  </a:lnTo>
                  <a:lnTo>
                    <a:pt x="3707" y="610"/>
                  </a:lnTo>
                  <a:lnTo>
                    <a:pt x="3711" y="483"/>
                  </a:lnTo>
                  <a:lnTo>
                    <a:pt x="3716" y="943"/>
                  </a:lnTo>
                  <a:lnTo>
                    <a:pt x="3720" y="743"/>
                  </a:lnTo>
                  <a:lnTo>
                    <a:pt x="3724" y="674"/>
                  </a:lnTo>
                  <a:lnTo>
                    <a:pt x="3728" y="1189"/>
                  </a:lnTo>
                  <a:lnTo>
                    <a:pt x="3732" y="950"/>
                  </a:lnTo>
                  <a:lnTo>
                    <a:pt x="3736" y="1330"/>
                  </a:lnTo>
                  <a:lnTo>
                    <a:pt x="3740" y="764"/>
                  </a:lnTo>
                  <a:lnTo>
                    <a:pt x="3744" y="927"/>
                  </a:lnTo>
                  <a:lnTo>
                    <a:pt x="3748" y="503"/>
                  </a:lnTo>
                  <a:lnTo>
                    <a:pt x="3752" y="810"/>
                  </a:lnTo>
                  <a:lnTo>
                    <a:pt x="3756" y="410"/>
                  </a:lnTo>
                  <a:lnTo>
                    <a:pt x="3760" y="561"/>
                  </a:lnTo>
                  <a:lnTo>
                    <a:pt x="3764" y="1145"/>
                  </a:lnTo>
                  <a:lnTo>
                    <a:pt x="3768" y="979"/>
                  </a:lnTo>
                  <a:lnTo>
                    <a:pt x="3776" y="1172"/>
                  </a:lnTo>
                  <a:lnTo>
                    <a:pt x="3780" y="896"/>
                  </a:lnTo>
                  <a:lnTo>
                    <a:pt x="3784" y="1007"/>
                  </a:lnTo>
                  <a:lnTo>
                    <a:pt x="3789" y="862"/>
                  </a:lnTo>
                  <a:lnTo>
                    <a:pt x="3793" y="1072"/>
                  </a:lnTo>
                  <a:lnTo>
                    <a:pt x="3797" y="287"/>
                  </a:lnTo>
                  <a:lnTo>
                    <a:pt x="3801" y="1118"/>
                  </a:lnTo>
                  <a:lnTo>
                    <a:pt x="3805" y="999"/>
                  </a:lnTo>
                  <a:lnTo>
                    <a:pt x="3809" y="1289"/>
                  </a:lnTo>
                  <a:lnTo>
                    <a:pt x="3813" y="1077"/>
                  </a:lnTo>
                  <a:lnTo>
                    <a:pt x="3817" y="1125"/>
                  </a:lnTo>
                  <a:lnTo>
                    <a:pt x="3821" y="135"/>
                  </a:lnTo>
                  <a:lnTo>
                    <a:pt x="3825" y="298"/>
                  </a:lnTo>
                  <a:lnTo>
                    <a:pt x="3829" y="248"/>
                  </a:lnTo>
                  <a:lnTo>
                    <a:pt x="3833" y="1056"/>
                  </a:lnTo>
                  <a:lnTo>
                    <a:pt x="3837" y="1075"/>
                  </a:lnTo>
                  <a:lnTo>
                    <a:pt x="3841" y="1006"/>
                  </a:lnTo>
                  <a:lnTo>
                    <a:pt x="3845" y="980"/>
                  </a:lnTo>
                  <a:lnTo>
                    <a:pt x="3849" y="980"/>
                  </a:lnTo>
                  <a:lnTo>
                    <a:pt x="3853" y="1008"/>
                  </a:lnTo>
                  <a:lnTo>
                    <a:pt x="3857" y="912"/>
                  </a:lnTo>
                  <a:lnTo>
                    <a:pt x="3866" y="1056"/>
                  </a:lnTo>
                  <a:lnTo>
                    <a:pt x="3870" y="978"/>
                  </a:lnTo>
                  <a:lnTo>
                    <a:pt x="3874" y="1059"/>
                  </a:lnTo>
                  <a:lnTo>
                    <a:pt x="3878" y="1049"/>
                  </a:lnTo>
                  <a:lnTo>
                    <a:pt x="3882" y="516"/>
                  </a:lnTo>
                  <a:lnTo>
                    <a:pt x="3886" y="1154"/>
                  </a:lnTo>
                  <a:lnTo>
                    <a:pt x="3890" y="1213"/>
                  </a:lnTo>
                  <a:lnTo>
                    <a:pt x="3894" y="1086"/>
                  </a:lnTo>
                  <a:lnTo>
                    <a:pt x="3898" y="1182"/>
                  </a:lnTo>
                  <a:lnTo>
                    <a:pt x="3902" y="1135"/>
                  </a:lnTo>
                  <a:lnTo>
                    <a:pt x="3906" y="988"/>
                  </a:lnTo>
                  <a:lnTo>
                    <a:pt x="3910" y="1041"/>
                  </a:lnTo>
                  <a:lnTo>
                    <a:pt x="3914" y="878"/>
                  </a:lnTo>
                  <a:lnTo>
                    <a:pt x="3918" y="949"/>
                  </a:lnTo>
                  <a:lnTo>
                    <a:pt x="3922" y="401"/>
                  </a:lnTo>
                  <a:lnTo>
                    <a:pt x="3930" y="1025"/>
                  </a:lnTo>
                  <a:lnTo>
                    <a:pt x="3935" y="882"/>
                  </a:lnTo>
                  <a:lnTo>
                    <a:pt x="3939" y="1032"/>
                  </a:lnTo>
                  <a:lnTo>
                    <a:pt x="3943" y="866"/>
                  </a:lnTo>
                  <a:lnTo>
                    <a:pt x="3951" y="1244"/>
                  </a:lnTo>
                  <a:lnTo>
                    <a:pt x="3955" y="501"/>
                  </a:lnTo>
                  <a:lnTo>
                    <a:pt x="3959" y="544"/>
                  </a:lnTo>
                  <a:lnTo>
                    <a:pt x="3967" y="1228"/>
                  </a:lnTo>
                  <a:lnTo>
                    <a:pt x="3971" y="695"/>
                  </a:lnTo>
                  <a:lnTo>
                    <a:pt x="3975" y="1136"/>
                  </a:lnTo>
                  <a:lnTo>
                    <a:pt x="3979" y="1077"/>
                  </a:lnTo>
                  <a:lnTo>
                    <a:pt x="3983" y="945"/>
                  </a:lnTo>
                  <a:lnTo>
                    <a:pt x="3991" y="1066"/>
                  </a:lnTo>
                  <a:lnTo>
                    <a:pt x="3995" y="1050"/>
                  </a:lnTo>
                  <a:lnTo>
                    <a:pt x="3999" y="909"/>
                  </a:lnTo>
                  <a:lnTo>
                    <a:pt x="4003" y="623"/>
                  </a:lnTo>
                  <a:lnTo>
                    <a:pt x="4007" y="894"/>
                  </a:lnTo>
                  <a:lnTo>
                    <a:pt x="4012" y="990"/>
                  </a:lnTo>
                  <a:lnTo>
                    <a:pt x="4016" y="772"/>
                  </a:lnTo>
                  <a:lnTo>
                    <a:pt x="4024" y="1206"/>
                  </a:lnTo>
                  <a:lnTo>
                    <a:pt x="4032" y="615"/>
                  </a:lnTo>
                  <a:lnTo>
                    <a:pt x="4036" y="958"/>
                  </a:lnTo>
                  <a:lnTo>
                    <a:pt x="4040" y="503"/>
                  </a:lnTo>
                  <a:lnTo>
                    <a:pt x="4044" y="1128"/>
                  </a:lnTo>
                  <a:lnTo>
                    <a:pt x="4048" y="1092"/>
                  </a:lnTo>
                  <a:lnTo>
                    <a:pt x="4052" y="1143"/>
                  </a:lnTo>
                  <a:lnTo>
                    <a:pt x="4056" y="1390"/>
                  </a:lnTo>
                  <a:lnTo>
                    <a:pt x="4060" y="1008"/>
                  </a:lnTo>
                  <a:lnTo>
                    <a:pt x="4060" y="1008"/>
                  </a:lnTo>
                </a:path>
              </a:pathLst>
            </a:custGeom>
            <a:noFill/>
            <a:ln w="12065" cap="sq">
              <a:solidFill>
                <a:srgbClr val="7F7F7F">
                  <a:alpha val="6196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2" name="path 102"/>
            <p:cNvSpPr/>
            <p:nvPr/>
          </p:nvSpPr>
          <p:spPr>
            <a:xfrm>
              <a:off x="0" y="0"/>
              <a:ext cx="2587127" cy="1217012"/>
            </a:xfrm>
            <a:custGeom>
              <a:avLst/>
              <a:gdLst/>
              <a:ahLst/>
              <a:cxnLst/>
              <a:rect l="0" t="0" r="0" b="0"/>
              <a:pathLst>
                <a:path w="4074" h="1916">
                  <a:moveTo>
                    <a:pt x="11" y="761"/>
                  </a:moveTo>
                  <a:lnTo>
                    <a:pt x="15" y="705"/>
                  </a:lnTo>
                  <a:lnTo>
                    <a:pt x="19" y="489"/>
                  </a:lnTo>
                  <a:lnTo>
                    <a:pt x="23" y="607"/>
                  </a:lnTo>
                  <a:lnTo>
                    <a:pt x="27" y="265"/>
                  </a:lnTo>
                  <a:lnTo>
                    <a:pt x="31" y="369"/>
                  </a:lnTo>
                  <a:lnTo>
                    <a:pt x="35" y="948"/>
                  </a:lnTo>
                  <a:lnTo>
                    <a:pt x="39" y="833"/>
                  </a:lnTo>
                  <a:lnTo>
                    <a:pt x="43" y="239"/>
                  </a:lnTo>
                  <a:lnTo>
                    <a:pt x="52" y="890"/>
                  </a:lnTo>
                  <a:lnTo>
                    <a:pt x="56" y="904"/>
                  </a:lnTo>
                  <a:lnTo>
                    <a:pt x="64" y="1319"/>
                  </a:lnTo>
                  <a:lnTo>
                    <a:pt x="68" y="498"/>
                  </a:lnTo>
                  <a:lnTo>
                    <a:pt x="76" y="1128"/>
                  </a:lnTo>
                  <a:lnTo>
                    <a:pt x="80" y="1041"/>
                  </a:lnTo>
                  <a:lnTo>
                    <a:pt x="84" y="1154"/>
                  </a:lnTo>
                  <a:lnTo>
                    <a:pt x="88" y="682"/>
                  </a:lnTo>
                  <a:lnTo>
                    <a:pt x="92" y="911"/>
                  </a:lnTo>
                  <a:lnTo>
                    <a:pt x="96" y="1431"/>
                  </a:lnTo>
                  <a:lnTo>
                    <a:pt x="100" y="333"/>
                  </a:lnTo>
                  <a:lnTo>
                    <a:pt x="104" y="1051"/>
                  </a:lnTo>
                  <a:lnTo>
                    <a:pt x="108" y="1090"/>
                  </a:lnTo>
                  <a:lnTo>
                    <a:pt x="120" y="706"/>
                  </a:lnTo>
                  <a:lnTo>
                    <a:pt x="125" y="913"/>
                  </a:lnTo>
                  <a:lnTo>
                    <a:pt x="129" y="734"/>
                  </a:lnTo>
                  <a:lnTo>
                    <a:pt x="133" y="708"/>
                  </a:lnTo>
                  <a:lnTo>
                    <a:pt x="137" y="1045"/>
                  </a:lnTo>
                  <a:lnTo>
                    <a:pt x="141" y="1045"/>
                  </a:lnTo>
                  <a:lnTo>
                    <a:pt x="145" y="1056"/>
                  </a:lnTo>
                  <a:lnTo>
                    <a:pt x="149" y="1034"/>
                  </a:lnTo>
                  <a:lnTo>
                    <a:pt x="153" y="1235"/>
                  </a:lnTo>
                  <a:lnTo>
                    <a:pt x="157" y="1296"/>
                  </a:lnTo>
                  <a:lnTo>
                    <a:pt x="161" y="1158"/>
                  </a:lnTo>
                  <a:lnTo>
                    <a:pt x="169" y="1263"/>
                  </a:lnTo>
                  <a:lnTo>
                    <a:pt x="173" y="1171"/>
                  </a:lnTo>
                  <a:lnTo>
                    <a:pt x="177" y="420"/>
                  </a:lnTo>
                  <a:lnTo>
                    <a:pt x="181" y="1134"/>
                  </a:lnTo>
                  <a:lnTo>
                    <a:pt x="185" y="1025"/>
                  </a:lnTo>
                  <a:lnTo>
                    <a:pt x="189" y="1335"/>
                  </a:lnTo>
                  <a:lnTo>
                    <a:pt x="193" y="848"/>
                  </a:lnTo>
                  <a:lnTo>
                    <a:pt x="198" y="716"/>
                  </a:lnTo>
                  <a:lnTo>
                    <a:pt x="202" y="707"/>
                  </a:lnTo>
                  <a:lnTo>
                    <a:pt x="206" y="918"/>
                  </a:lnTo>
                  <a:lnTo>
                    <a:pt x="210" y="698"/>
                  </a:lnTo>
                  <a:lnTo>
                    <a:pt x="218" y="811"/>
                  </a:lnTo>
                  <a:lnTo>
                    <a:pt x="222" y="642"/>
                  </a:lnTo>
                  <a:lnTo>
                    <a:pt x="226" y="742"/>
                  </a:lnTo>
                  <a:lnTo>
                    <a:pt x="230" y="731"/>
                  </a:lnTo>
                  <a:lnTo>
                    <a:pt x="242" y="997"/>
                  </a:lnTo>
                  <a:lnTo>
                    <a:pt x="246" y="933"/>
                  </a:lnTo>
                  <a:lnTo>
                    <a:pt x="250" y="945"/>
                  </a:lnTo>
                  <a:lnTo>
                    <a:pt x="254" y="1088"/>
                  </a:lnTo>
                  <a:lnTo>
                    <a:pt x="258" y="608"/>
                  </a:lnTo>
                  <a:lnTo>
                    <a:pt x="262" y="1158"/>
                  </a:lnTo>
                  <a:lnTo>
                    <a:pt x="266" y="1241"/>
                  </a:lnTo>
                  <a:lnTo>
                    <a:pt x="271" y="1217"/>
                  </a:lnTo>
                  <a:lnTo>
                    <a:pt x="275" y="1330"/>
                  </a:lnTo>
                  <a:lnTo>
                    <a:pt x="279" y="1360"/>
                  </a:lnTo>
                  <a:lnTo>
                    <a:pt x="283" y="595"/>
                  </a:lnTo>
                  <a:lnTo>
                    <a:pt x="287" y="1146"/>
                  </a:lnTo>
                  <a:lnTo>
                    <a:pt x="291" y="532"/>
                  </a:lnTo>
                  <a:lnTo>
                    <a:pt x="295" y="739"/>
                  </a:lnTo>
                  <a:lnTo>
                    <a:pt x="299" y="828"/>
                  </a:lnTo>
                  <a:lnTo>
                    <a:pt x="303" y="609"/>
                  </a:lnTo>
                  <a:lnTo>
                    <a:pt x="307" y="819"/>
                  </a:lnTo>
                  <a:lnTo>
                    <a:pt x="311" y="727"/>
                  </a:lnTo>
                  <a:lnTo>
                    <a:pt x="315" y="769"/>
                  </a:lnTo>
                  <a:lnTo>
                    <a:pt x="319" y="171"/>
                  </a:lnTo>
                  <a:lnTo>
                    <a:pt x="323" y="1057"/>
                  </a:lnTo>
                  <a:lnTo>
                    <a:pt x="327" y="943"/>
                  </a:lnTo>
                  <a:lnTo>
                    <a:pt x="331" y="741"/>
                  </a:lnTo>
                  <a:lnTo>
                    <a:pt x="335" y="1176"/>
                  </a:lnTo>
                  <a:lnTo>
                    <a:pt x="344" y="430"/>
                  </a:lnTo>
                  <a:lnTo>
                    <a:pt x="348" y="358"/>
                  </a:lnTo>
                  <a:lnTo>
                    <a:pt x="356" y="810"/>
                  </a:lnTo>
                  <a:lnTo>
                    <a:pt x="360" y="556"/>
                  </a:lnTo>
                  <a:lnTo>
                    <a:pt x="364" y="1103"/>
                  </a:lnTo>
                  <a:lnTo>
                    <a:pt x="368" y="604"/>
                  </a:lnTo>
                  <a:lnTo>
                    <a:pt x="372" y="588"/>
                  </a:lnTo>
                  <a:lnTo>
                    <a:pt x="376" y="1024"/>
                  </a:lnTo>
                  <a:lnTo>
                    <a:pt x="380" y="1036"/>
                  </a:lnTo>
                  <a:lnTo>
                    <a:pt x="384" y="1026"/>
                  </a:lnTo>
                  <a:lnTo>
                    <a:pt x="388" y="1632"/>
                  </a:lnTo>
                  <a:lnTo>
                    <a:pt x="396" y="757"/>
                  </a:lnTo>
                  <a:lnTo>
                    <a:pt x="400" y="816"/>
                  </a:lnTo>
                  <a:lnTo>
                    <a:pt x="404" y="1031"/>
                  </a:lnTo>
                  <a:lnTo>
                    <a:pt x="408" y="896"/>
                  </a:lnTo>
                  <a:lnTo>
                    <a:pt x="412" y="1056"/>
                  </a:lnTo>
                  <a:lnTo>
                    <a:pt x="417" y="849"/>
                  </a:lnTo>
                  <a:lnTo>
                    <a:pt x="421" y="836"/>
                  </a:lnTo>
                  <a:lnTo>
                    <a:pt x="425" y="776"/>
                  </a:lnTo>
                  <a:lnTo>
                    <a:pt x="429" y="987"/>
                  </a:lnTo>
                  <a:lnTo>
                    <a:pt x="433" y="849"/>
                  </a:lnTo>
                  <a:lnTo>
                    <a:pt x="437" y="925"/>
                  </a:lnTo>
                  <a:lnTo>
                    <a:pt x="445" y="795"/>
                  </a:lnTo>
                  <a:lnTo>
                    <a:pt x="449" y="999"/>
                  </a:lnTo>
                  <a:lnTo>
                    <a:pt x="453" y="1043"/>
                  </a:lnTo>
                  <a:lnTo>
                    <a:pt x="457" y="818"/>
                  </a:lnTo>
                  <a:lnTo>
                    <a:pt x="461" y="275"/>
                  </a:lnTo>
                  <a:lnTo>
                    <a:pt x="465" y="922"/>
                  </a:lnTo>
                  <a:lnTo>
                    <a:pt x="469" y="951"/>
                  </a:lnTo>
                  <a:lnTo>
                    <a:pt x="473" y="778"/>
                  </a:lnTo>
                  <a:lnTo>
                    <a:pt x="485" y="827"/>
                  </a:lnTo>
                  <a:lnTo>
                    <a:pt x="490" y="911"/>
                  </a:lnTo>
                  <a:lnTo>
                    <a:pt x="498" y="196"/>
                  </a:lnTo>
                  <a:lnTo>
                    <a:pt x="502" y="331"/>
                  </a:lnTo>
                  <a:lnTo>
                    <a:pt x="506" y="755"/>
                  </a:lnTo>
                  <a:lnTo>
                    <a:pt x="510" y="874"/>
                  </a:lnTo>
                  <a:lnTo>
                    <a:pt x="518" y="667"/>
                  </a:lnTo>
                  <a:lnTo>
                    <a:pt x="522" y="660"/>
                  </a:lnTo>
                  <a:lnTo>
                    <a:pt x="526" y="727"/>
                  </a:lnTo>
                  <a:lnTo>
                    <a:pt x="530" y="1325"/>
                  </a:lnTo>
                  <a:lnTo>
                    <a:pt x="534" y="1249"/>
                  </a:lnTo>
                  <a:lnTo>
                    <a:pt x="538" y="982"/>
                  </a:lnTo>
                  <a:lnTo>
                    <a:pt x="542" y="1276"/>
                  </a:lnTo>
                  <a:lnTo>
                    <a:pt x="546" y="1346"/>
                  </a:lnTo>
                  <a:lnTo>
                    <a:pt x="554" y="1012"/>
                  </a:lnTo>
                  <a:lnTo>
                    <a:pt x="558" y="1263"/>
                  </a:lnTo>
                  <a:lnTo>
                    <a:pt x="563" y="1214"/>
                  </a:lnTo>
                  <a:lnTo>
                    <a:pt x="567" y="1079"/>
                  </a:lnTo>
                  <a:lnTo>
                    <a:pt x="571" y="1330"/>
                  </a:lnTo>
                  <a:lnTo>
                    <a:pt x="575" y="1079"/>
                  </a:lnTo>
                  <a:lnTo>
                    <a:pt x="579" y="1050"/>
                  </a:lnTo>
                  <a:lnTo>
                    <a:pt x="583" y="1104"/>
                  </a:lnTo>
                  <a:lnTo>
                    <a:pt x="587" y="1062"/>
                  </a:lnTo>
                  <a:lnTo>
                    <a:pt x="591" y="1051"/>
                  </a:lnTo>
                  <a:lnTo>
                    <a:pt x="595" y="945"/>
                  </a:lnTo>
                  <a:lnTo>
                    <a:pt x="599" y="1067"/>
                  </a:lnTo>
                  <a:lnTo>
                    <a:pt x="603" y="1044"/>
                  </a:lnTo>
                  <a:lnTo>
                    <a:pt x="607" y="1194"/>
                  </a:lnTo>
                  <a:lnTo>
                    <a:pt x="611" y="1138"/>
                  </a:lnTo>
                  <a:lnTo>
                    <a:pt x="615" y="877"/>
                  </a:lnTo>
                  <a:lnTo>
                    <a:pt x="623" y="1154"/>
                  </a:lnTo>
                  <a:lnTo>
                    <a:pt x="627" y="1167"/>
                  </a:lnTo>
                  <a:lnTo>
                    <a:pt x="631" y="1067"/>
                  </a:lnTo>
                  <a:lnTo>
                    <a:pt x="636" y="1261"/>
                  </a:lnTo>
                  <a:lnTo>
                    <a:pt x="640" y="703"/>
                  </a:lnTo>
                  <a:lnTo>
                    <a:pt x="644" y="1178"/>
                  </a:lnTo>
                  <a:lnTo>
                    <a:pt x="648" y="1253"/>
                  </a:lnTo>
                  <a:lnTo>
                    <a:pt x="652" y="1377"/>
                  </a:lnTo>
                  <a:lnTo>
                    <a:pt x="656" y="874"/>
                  </a:lnTo>
                  <a:lnTo>
                    <a:pt x="660" y="889"/>
                  </a:lnTo>
                  <a:lnTo>
                    <a:pt x="664" y="797"/>
                  </a:lnTo>
                  <a:lnTo>
                    <a:pt x="668" y="836"/>
                  </a:lnTo>
                  <a:lnTo>
                    <a:pt x="676" y="785"/>
                  </a:lnTo>
                  <a:lnTo>
                    <a:pt x="680" y="637"/>
                  </a:lnTo>
                  <a:lnTo>
                    <a:pt x="688" y="1082"/>
                  </a:lnTo>
                  <a:lnTo>
                    <a:pt x="692" y="1100"/>
                  </a:lnTo>
                  <a:lnTo>
                    <a:pt x="700" y="520"/>
                  </a:lnTo>
                  <a:lnTo>
                    <a:pt x="709" y="1260"/>
                  </a:lnTo>
                  <a:lnTo>
                    <a:pt x="713" y="973"/>
                  </a:lnTo>
                  <a:lnTo>
                    <a:pt x="717" y="405"/>
                  </a:lnTo>
                  <a:lnTo>
                    <a:pt x="721" y="282"/>
                  </a:lnTo>
                  <a:lnTo>
                    <a:pt x="725" y="1037"/>
                  </a:lnTo>
                  <a:lnTo>
                    <a:pt x="729" y="1033"/>
                  </a:lnTo>
                  <a:lnTo>
                    <a:pt x="733" y="899"/>
                  </a:lnTo>
                  <a:lnTo>
                    <a:pt x="737" y="965"/>
                  </a:lnTo>
                  <a:lnTo>
                    <a:pt x="741" y="594"/>
                  </a:lnTo>
                  <a:lnTo>
                    <a:pt x="745" y="1068"/>
                  </a:lnTo>
                  <a:lnTo>
                    <a:pt x="749" y="675"/>
                  </a:lnTo>
                  <a:lnTo>
                    <a:pt x="753" y="989"/>
                  </a:lnTo>
                  <a:lnTo>
                    <a:pt x="757" y="965"/>
                  </a:lnTo>
                  <a:lnTo>
                    <a:pt x="761" y="660"/>
                  </a:lnTo>
                  <a:lnTo>
                    <a:pt x="765" y="743"/>
                  </a:lnTo>
                  <a:lnTo>
                    <a:pt x="769" y="1029"/>
                  </a:lnTo>
                  <a:lnTo>
                    <a:pt x="773" y="607"/>
                  </a:lnTo>
                  <a:lnTo>
                    <a:pt x="777" y="1267"/>
                  </a:lnTo>
                  <a:lnTo>
                    <a:pt x="782" y="1394"/>
                  </a:lnTo>
                  <a:lnTo>
                    <a:pt x="786" y="1207"/>
                  </a:lnTo>
                  <a:lnTo>
                    <a:pt x="790" y="1138"/>
                  </a:lnTo>
                  <a:lnTo>
                    <a:pt x="794" y="1238"/>
                  </a:lnTo>
                  <a:lnTo>
                    <a:pt x="802" y="1046"/>
                  </a:lnTo>
                  <a:lnTo>
                    <a:pt x="806" y="739"/>
                  </a:lnTo>
                  <a:lnTo>
                    <a:pt x="810" y="731"/>
                  </a:lnTo>
                  <a:lnTo>
                    <a:pt x="814" y="687"/>
                  </a:lnTo>
                  <a:lnTo>
                    <a:pt x="818" y="703"/>
                  </a:lnTo>
                  <a:lnTo>
                    <a:pt x="822" y="549"/>
                  </a:lnTo>
                  <a:lnTo>
                    <a:pt x="826" y="563"/>
                  </a:lnTo>
                  <a:lnTo>
                    <a:pt x="830" y="475"/>
                  </a:lnTo>
                  <a:lnTo>
                    <a:pt x="834" y="633"/>
                  </a:lnTo>
                  <a:lnTo>
                    <a:pt x="838" y="540"/>
                  </a:lnTo>
                  <a:lnTo>
                    <a:pt x="842" y="629"/>
                  </a:lnTo>
                  <a:lnTo>
                    <a:pt x="846" y="1062"/>
                  </a:lnTo>
                  <a:lnTo>
                    <a:pt x="850" y="640"/>
                  </a:lnTo>
                  <a:lnTo>
                    <a:pt x="854" y="927"/>
                  </a:lnTo>
                  <a:lnTo>
                    <a:pt x="859" y="925"/>
                  </a:lnTo>
                  <a:lnTo>
                    <a:pt x="863" y="819"/>
                  </a:lnTo>
                  <a:lnTo>
                    <a:pt x="867" y="119"/>
                  </a:lnTo>
                  <a:lnTo>
                    <a:pt x="871" y="810"/>
                  </a:lnTo>
                  <a:lnTo>
                    <a:pt x="875" y="938"/>
                  </a:lnTo>
                  <a:lnTo>
                    <a:pt x="879" y="1156"/>
                  </a:lnTo>
                  <a:lnTo>
                    <a:pt x="883" y="479"/>
                  </a:lnTo>
                  <a:lnTo>
                    <a:pt x="887" y="544"/>
                  </a:lnTo>
                  <a:lnTo>
                    <a:pt x="891" y="739"/>
                  </a:lnTo>
                  <a:lnTo>
                    <a:pt x="895" y="621"/>
                  </a:lnTo>
                  <a:lnTo>
                    <a:pt x="899" y="667"/>
                  </a:lnTo>
                  <a:lnTo>
                    <a:pt x="903" y="190"/>
                  </a:lnTo>
                  <a:lnTo>
                    <a:pt x="907" y="916"/>
                  </a:lnTo>
                  <a:lnTo>
                    <a:pt x="911" y="784"/>
                  </a:lnTo>
                  <a:lnTo>
                    <a:pt x="915" y="1246"/>
                  </a:lnTo>
                  <a:lnTo>
                    <a:pt x="919" y="1238"/>
                  </a:lnTo>
                  <a:lnTo>
                    <a:pt x="923" y="900"/>
                  </a:lnTo>
                  <a:lnTo>
                    <a:pt x="927" y="118"/>
                  </a:lnTo>
                  <a:lnTo>
                    <a:pt x="932" y="831"/>
                  </a:lnTo>
                  <a:lnTo>
                    <a:pt x="936" y="572"/>
                  </a:lnTo>
                  <a:lnTo>
                    <a:pt x="940" y="11"/>
                  </a:lnTo>
                  <a:lnTo>
                    <a:pt x="944" y="823"/>
                  </a:lnTo>
                  <a:lnTo>
                    <a:pt x="948" y="859"/>
                  </a:lnTo>
                  <a:lnTo>
                    <a:pt x="952" y="341"/>
                  </a:lnTo>
                  <a:lnTo>
                    <a:pt x="956" y="532"/>
                  </a:lnTo>
                  <a:lnTo>
                    <a:pt x="960" y="862"/>
                  </a:lnTo>
                  <a:lnTo>
                    <a:pt x="964" y="331"/>
                  </a:lnTo>
                  <a:lnTo>
                    <a:pt x="976" y="1313"/>
                  </a:lnTo>
                  <a:lnTo>
                    <a:pt x="980" y="1050"/>
                  </a:lnTo>
                  <a:lnTo>
                    <a:pt x="984" y="1168"/>
                  </a:lnTo>
                  <a:lnTo>
                    <a:pt x="992" y="877"/>
                  </a:lnTo>
                  <a:lnTo>
                    <a:pt x="996" y="941"/>
                  </a:lnTo>
                  <a:lnTo>
                    <a:pt x="1000" y="1087"/>
                  </a:lnTo>
                  <a:lnTo>
                    <a:pt x="1005" y="1019"/>
                  </a:lnTo>
                  <a:lnTo>
                    <a:pt x="1009" y="1209"/>
                  </a:lnTo>
                  <a:lnTo>
                    <a:pt x="1013" y="1002"/>
                  </a:lnTo>
                  <a:lnTo>
                    <a:pt x="1017" y="1110"/>
                  </a:lnTo>
                  <a:lnTo>
                    <a:pt x="1021" y="851"/>
                  </a:lnTo>
                  <a:lnTo>
                    <a:pt x="1029" y="1002"/>
                  </a:lnTo>
                  <a:lnTo>
                    <a:pt x="1033" y="899"/>
                  </a:lnTo>
                  <a:lnTo>
                    <a:pt x="1037" y="954"/>
                  </a:lnTo>
                  <a:lnTo>
                    <a:pt x="1041" y="909"/>
                  </a:lnTo>
                  <a:lnTo>
                    <a:pt x="1045" y="1114"/>
                  </a:lnTo>
                  <a:lnTo>
                    <a:pt x="1049" y="1033"/>
                  </a:lnTo>
                  <a:lnTo>
                    <a:pt x="1053" y="1137"/>
                  </a:lnTo>
                  <a:lnTo>
                    <a:pt x="1057" y="1040"/>
                  </a:lnTo>
                  <a:lnTo>
                    <a:pt x="1061" y="643"/>
                  </a:lnTo>
                  <a:lnTo>
                    <a:pt x="1065" y="1337"/>
                  </a:lnTo>
                  <a:lnTo>
                    <a:pt x="1069" y="736"/>
                  </a:lnTo>
                  <a:lnTo>
                    <a:pt x="1073" y="1383"/>
                  </a:lnTo>
                  <a:lnTo>
                    <a:pt x="1078" y="1007"/>
                  </a:lnTo>
                  <a:lnTo>
                    <a:pt x="1082" y="1133"/>
                  </a:lnTo>
                  <a:lnTo>
                    <a:pt x="1086" y="819"/>
                  </a:lnTo>
                  <a:lnTo>
                    <a:pt x="1090" y="875"/>
                  </a:lnTo>
                  <a:lnTo>
                    <a:pt x="1094" y="880"/>
                  </a:lnTo>
                  <a:lnTo>
                    <a:pt x="1098" y="1132"/>
                  </a:lnTo>
                  <a:lnTo>
                    <a:pt x="1106" y="375"/>
                  </a:lnTo>
                  <a:lnTo>
                    <a:pt x="1110" y="1132"/>
                  </a:lnTo>
                  <a:lnTo>
                    <a:pt x="1114" y="1243"/>
                  </a:lnTo>
                  <a:lnTo>
                    <a:pt x="1118" y="1280"/>
                  </a:lnTo>
                  <a:lnTo>
                    <a:pt x="1122" y="1253"/>
                  </a:lnTo>
                  <a:lnTo>
                    <a:pt x="1130" y="1113"/>
                  </a:lnTo>
                  <a:lnTo>
                    <a:pt x="1134" y="852"/>
                  </a:lnTo>
                  <a:lnTo>
                    <a:pt x="1138" y="1062"/>
                  </a:lnTo>
                  <a:lnTo>
                    <a:pt x="1142" y="1028"/>
                  </a:lnTo>
                  <a:lnTo>
                    <a:pt x="1146" y="1029"/>
                  </a:lnTo>
                  <a:lnTo>
                    <a:pt x="1151" y="453"/>
                  </a:lnTo>
                  <a:lnTo>
                    <a:pt x="1163" y="1423"/>
                  </a:lnTo>
                  <a:lnTo>
                    <a:pt x="1167" y="734"/>
                  </a:lnTo>
                  <a:lnTo>
                    <a:pt x="1171" y="835"/>
                  </a:lnTo>
                  <a:lnTo>
                    <a:pt x="1175" y="468"/>
                  </a:lnTo>
                  <a:lnTo>
                    <a:pt x="1183" y="1315"/>
                  </a:lnTo>
                  <a:lnTo>
                    <a:pt x="1187" y="1328"/>
                  </a:lnTo>
                  <a:lnTo>
                    <a:pt x="1191" y="1222"/>
                  </a:lnTo>
                  <a:lnTo>
                    <a:pt x="1195" y="353"/>
                  </a:lnTo>
                  <a:lnTo>
                    <a:pt x="1199" y="1390"/>
                  </a:lnTo>
                  <a:lnTo>
                    <a:pt x="1203" y="927"/>
                  </a:lnTo>
                  <a:lnTo>
                    <a:pt x="1207" y="1160"/>
                  </a:lnTo>
                  <a:lnTo>
                    <a:pt x="1211" y="1221"/>
                  </a:lnTo>
                  <a:lnTo>
                    <a:pt x="1215" y="1104"/>
                  </a:lnTo>
                  <a:lnTo>
                    <a:pt x="1228" y="361"/>
                  </a:lnTo>
                  <a:lnTo>
                    <a:pt x="1232" y="337"/>
                  </a:lnTo>
                  <a:lnTo>
                    <a:pt x="1240" y="767"/>
                  </a:lnTo>
                  <a:lnTo>
                    <a:pt x="1248" y="402"/>
                  </a:lnTo>
                  <a:lnTo>
                    <a:pt x="1252" y="431"/>
                  </a:lnTo>
                  <a:lnTo>
                    <a:pt x="1256" y="1044"/>
                  </a:lnTo>
                  <a:lnTo>
                    <a:pt x="1260" y="964"/>
                  </a:lnTo>
                  <a:lnTo>
                    <a:pt x="1264" y="1348"/>
                  </a:lnTo>
                  <a:lnTo>
                    <a:pt x="1268" y="1433"/>
                  </a:lnTo>
                  <a:lnTo>
                    <a:pt x="1272" y="719"/>
                  </a:lnTo>
                  <a:lnTo>
                    <a:pt x="1276" y="1057"/>
                  </a:lnTo>
                  <a:lnTo>
                    <a:pt x="1280" y="1190"/>
                  </a:lnTo>
                  <a:lnTo>
                    <a:pt x="1284" y="1024"/>
                  </a:lnTo>
                  <a:lnTo>
                    <a:pt x="1288" y="1247"/>
                  </a:lnTo>
                  <a:lnTo>
                    <a:pt x="1292" y="644"/>
                  </a:lnTo>
                  <a:lnTo>
                    <a:pt x="1297" y="658"/>
                  </a:lnTo>
                  <a:lnTo>
                    <a:pt x="1301" y="1249"/>
                  </a:lnTo>
                  <a:lnTo>
                    <a:pt x="1305" y="1249"/>
                  </a:lnTo>
                  <a:lnTo>
                    <a:pt x="1309" y="1260"/>
                  </a:lnTo>
                  <a:lnTo>
                    <a:pt x="1313" y="776"/>
                  </a:lnTo>
                  <a:lnTo>
                    <a:pt x="1317" y="1582"/>
                  </a:lnTo>
                  <a:lnTo>
                    <a:pt x="1321" y="1391"/>
                  </a:lnTo>
                  <a:lnTo>
                    <a:pt x="1329" y="1437"/>
                  </a:lnTo>
                  <a:lnTo>
                    <a:pt x="1333" y="1201"/>
                  </a:lnTo>
                  <a:lnTo>
                    <a:pt x="1337" y="595"/>
                  </a:lnTo>
                  <a:lnTo>
                    <a:pt x="1341" y="1215"/>
                  </a:lnTo>
                  <a:lnTo>
                    <a:pt x="1345" y="1229"/>
                  </a:lnTo>
                  <a:lnTo>
                    <a:pt x="1349" y="1476"/>
                  </a:lnTo>
                  <a:lnTo>
                    <a:pt x="1357" y="1360"/>
                  </a:lnTo>
                  <a:lnTo>
                    <a:pt x="1361" y="1624"/>
                  </a:lnTo>
                  <a:lnTo>
                    <a:pt x="1365" y="620"/>
                  </a:lnTo>
                  <a:lnTo>
                    <a:pt x="1370" y="1546"/>
                  </a:lnTo>
                  <a:lnTo>
                    <a:pt x="1374" y="718"/>
                  </a:lnTo>
                  <a:lnTo>
                    <a:pt x="1378" y="1437"/>
                  </a:lnTo>
                  <a:lnTo>
                    <a:pt x="1382" y="636"/>
                  </a:lnTo>
                  <a:lnTo>
                    <a:pt x="1386" y="1306"/>
                  </a:lnTo>
                  <a:lnTo>
                    <a:pt x="1390" y="1437"/>
                  </a:lnTo>
                  <a:lnTo>
                    <a:pt x="1394" y="775"/>
                  </a:lnTo>
                  <a:lnTo>
                    <a:pt x="1398" y="615"/>
                  </a:lnTo>
                  <a:lnTo>
                    <a:pt x="1406" y="855"/>
                  </a:lnTo>
                  <a:lnTo>
                    <a:pt x="1410" y="401"/>
                  </a:lnTo>
                  <a:lnTo>
                    <a:pt x="1414" y="803"/>
                  </a:lnTo>
                  <a:lnTo>
                    <a:pt x="1418" y="346"/>
                  </a:lnTo>
                  <a:lnTo>
                    <a:pt x="1422" y="280"/>
                  </a:lnTo>
                  <a:lnTo>
                    <a:pt x="1426" y="992"/>
                  </a:lnTo>
                  <a:lnTo>
                    <a:pt x="1434" y="1065"/>
                  </a:lnTo>
                  <a:lnTo>
                    <a:pt x="1443" y="871"/>
                  </a:lnTo>
                  <a:lnTo>
                    <a:pt x="1447" y="1033"/>
                  </a:lnTo>
                  <a:lnTo>
                    <a:pt x="1451" y="512"/>
                  </a:lnTo>
                  <a:lnTo>
                    <a:pt x="1455" y="1191"/>
                  </a:lnTo>
                  <a:lnTo>
                    <a:pt x="1463" y="1017"/>
                  </a:lnTo>
                  <a:lnTo>
                    <a:pt x="1467" y="1226"/>
                  </a:lnTo>
                  <a:lnTo>
                    <a:pt x="1471" y="1206"/>
                  </a:lnTo>
                  <a:lnTo>
                    <a:pt x="1479" y="1021"/>
                  </a:lnTo>
                  <a:lnTo>
                    <a:pt x="1483" y="1260"/>
                  </a:lnTo>
                  <a:lnTo>
                    <a:pt x="1487" y="561"/>
                  </a:lnTo>
                  <a:lnTo>
                    <a:pt x="1491" y="1428"/>
                  </a:lnTo>
                  <a:lnTo>
                    <a:pt x="1495" y="849"/>
                  </a:lnTo>
                  <a:lnTo>
                    <a:pt x="1499" y="1485"/>
                  </a:lnTo>
                  <a:lnTo>
                    <a:pt x="1503" y="1278"/>
                  </a:lnTo>
                  <a:lnTo>
                    <a:pt x="1507" y="1456"/>
                  </a:lnTo>
                  <a:lnTo>
                    <a:pt x="1511" y="1450"/>
                  </a:lnTo>
                  <a:lnTo>
                    <a:pt x="1516" y="619"/>
                  </a:lnTo>
                  <a:lnTo>
                    <a:pt x="1520" y="901"/>
                  </a:lnTo>
                  <a:lnTo>
                    <a:pt x="1524" y="777"/>
                  </a:lnTo>
                  <a:lnTo>
                    <a:pt x="1528" y="790"/>
                  </a:lnTo>
                  <a:lnTo>
                    <a:pt x="1532" y="928"/>
                  </a:lnTo>
                  <a:lnTo>
                    <a:pt x="1536" y="570"/>
                  </a:lnTo>
                  <a:lnTo>
                    <a:pt x="1540" y="728"/>
                  </a:lnTo>
                  <a:lnTo>
                    <a:pt x="1544" y="728"/>
                  </a:lnTo>
                  <a:lnTo>
                    <a:pt x="1548" y="1285"/>
                  </a:lnTo>
                  <a:lnTo>
                    <a:pt x="1552" y="465"/>
                  </a:lnTo>
                  <a:lnTo>
                    <a:pt x="1556" y="1328"/>
                  </a:lnTo>
                  <a:lnTo>
                    <a:pt x="1564" y="687"/>
                  </a:lnTo>
                  <a:lnTo>
                    <a:pt x="1568" y="787"/>
                  </a:lnTo>
                  <a:lnTo>
                    <a:pt x="1572" y="957"/>
                  </a:lnTo>
                  <a:lnTo>
                    <a:pt x="1576" y="355"/>
                  </a:lnTo>
                  <a:lnTo>
                    <a:pt x="1580" y="829"/>
                  </a:lnTo>
                  <a:lnTo>
                    <a:pt x="1589" y="1177"/>
                  </a:lnTo>
                  <a:lnTo>
                    <a:pt x="1593" y="906"/>
                  </a:lnTo>
                  <a:lnTo>
                    <a:pt x="1597" y="861"/>
                  </a:lnTo>
                  <a:lnTo>
                    <a:pt x="1601" y="900"/>
                  </a:lnTo>
                  <a:lnTo>
                    <a:pt x="1605" y="440"/>
                  </a:lnTo>
                  <a:lnTo>
                    <a:pt x="1609" y="484"/>
                  </a:lnTo>
                  <a:lnTo>
                    <a:pt x="1613" y="380"/>
                  </a:lnTo>
                  <a:lnTo>
                    <a:pt x="1617" y="376"/>
                  </a:lnTo>
                  <a:lnTo>
                    <a:pt x="1621" y="460"/>
                  </a:lnTo>
                  <a:lnTo>
                    <a:pt x="1625" y="445"/>
                  </a:lnTo>
                  <a:lnTo>
                    <a:pt x="1629" y="520"/>
                  </a:lnTo>
                  <a:lnTo>
                    <a:pt x="1633" y="1046"/>
                  </a:lnTo>
                  <a:lnTo>
                    <a:pt x="1637" y="1258"/>
                  </a:lnTo>
                  <a:lnTo>
                    <a:pt x="1641" y="900"/>
                  </a:lnTo>
                  <a:lnTo>
                    <a:pt x="1645" y="989"/>
                  </a:lnTo>
                  <a:lnTo>
                    <a:pt x="1649" y="1393"/>
                  </a:lnTo>
                  <a:lnTo>
                    <a:pt x="1653" y="619"/>
                  </a:lnTo>
                  <a:lnTo>
                    <a:pt x="1657" y="893"/>
                  </a:lnTo>
                  <a:lnTo>
                    <a:pt x="1666" y="857"/>
                  </a:lnTo>
                  <a:lnTo>
                    <a:pt x="1670" y="756"/>
                  </a:lnTo>
                  <a:lnTo>
                    <a:pt x="1674" y="866"/>
                  </a:lnTo>
                  <a:lnTo>
                    <a:pt x="1678" y="412"/>
                  </a:lnTo>
                  <a:lnTo>
                    <a:pt x="1682" y="801"/>
                  </a:lnTo>
                  <a:lnTo>
                    <a:pt x="1686" y="857"/>
                  </a:lnTo>
                  <a:lnTo>
                    <a:pt x="1690" y="997"/>
                  </a:lnTo>
                  <a:lnTo>
                    <a:pt x="1698" y="755"/>
                  </a:lnTo>
                  <a:lnTo>
                    <a:pt x="1702" y="720"/>
                  </a:lnTo>
                  <a:lnTo>
                    <a:pt x="1706" y="505"/>
                  </a:lnTo>
                  <a:lnTo>
                    <a:pt x="1714" y="1294"/>
                  </a:lnTo>
                  <a:lnTo>
                    <a:pt x="1718" y="1163"/>
                  </a:lnTo>
                  <a:lnTo>
                    <a:pt x="1722" y="831"/>
                  </a:lnTo>
                  <a:lnTo>
                    <a:pt x="1726" y="1438"/>
                  </a:lnTo>
                  <a:lnTo>
                    <a:pt x="1730" y="541"/>
                  </a:lnTo>
                  <a:lnTo>
                    <a:pt x="1734" y="580"/>
                  </a:lnTo>
                  <a:lnTo>
                    <a:pt x="1739" y="1145"/>
                  </a:lnTo>
                  <a:lnTo>
                    <a:pt x="1743" y="1160"/>
                  </a:lnTo>
                  <a:lnTo>
                    <a:pt x="1747" y="1361"/>
                  </a:lnTo>
                  <a:lnTo>
                    <a:pt x="1751" y="1301"/>
                  </a:lnTo>
                  <a:lnTo>
                    <a:pt x="1755" y="1338"/>
                  </a:lnTo>
                  <a:lnTo>
                    <a:pt x="1763" y="1457"/>
                  </a:lnTo>
                  <a:lnTo>
                    <a:pt x="1775" y="1281"/>
                  </a:lnTo>
                  <a:lnTo>
                    <a:pt x="1779" y="1276"/>
                  </a:lnTo>
                  <a:lnTo>
                    <a:pt x="1783" y="1281"/>
                  </a:lnTo>
                  <a:lnTo>
                    <a:pt x="1787" y="1294"/>
                  </a:lnTo>
                  <a:lnTo>
                    <a:pt x="1791" y="1276"/>
                  </a:lnTo>
                  <a:lnTo>
                    <a:pt x="1795" y="1203"/>
                  </a:lnTo>
                  <a:lnTo>
                    <a:pt x="1799" y="1013"/>
                  </a:lnTo>
                  <a:lnTo>
                    <a:pt x="1803" y="1029"/>
                  </a:lnTo>
                  <a:lnTo>
                    <a:pt x="1807" y="1273"/>
                  </a:lnTo>
                  <a:lnTo>
                    <a:pt x="1812" y="1294"/>
                  </a:lnTo>
                  <a:lnTo>
                    <a:pt x="1816" y="1189"/>
                  </a:lnTo>
                  <a:lnTo>
                    <a:pt x="1820" y="1440"/>
                  </a:lnTo>
                  <a:lnTo>
                    <a:pt x="1824" y="1493"/>
                  </a:lnTo>
                  <a:lnTo>
                    <a:pt x="1828" y="1377"/>
                  </a:lnTo>
                  <a:lnTo>
                    <a:pt x="1832" y="1409"/>
                  </a:lnTo>
                  <a:lnTo>
                    <a:pt x="1836" y="1298"/>
                  </a:lnTo>
                  <a:lnTo>
                    <a:pt x="1840" y="1273"/>
                  </a:lnTo>
                  <a:lnTo>
                    <a:pt x="1844" y="1061"/>
                  </a:lnTo>
                  <a:lnTo>
                    <a:pt x="1848" y="1046"/>
                  </a:lnTo>
                  <a:lnTo>
                    <a:pt x="1856" y="1261"/>
                  </a:lnTo>
                  <a:lnTo>
                    <a:pt x="1860" y="1480"/>
                  </a:lnTo>
                  <a:lnTo>
                    <a:pt x="1864" y="934"/>
                  </a:lnTo>
                  <a:lnTo>
                    <a:pt x="1868" y="944"/>
                  </a:lnTo>
                  <a:lnTo>
                    <a:pt x="1872" y="1123"/>
                  </a:lnTo>
                  <a:lnTo>
                    <a:pt x="1876" y="786"/>
                  </a:lnTo>
                  <a:lnTo>
                    <a:pt x="1880" y="966"/>
                  </a:lnTo>
                  <a:lnTo>
                    <a:pt x="1885" y="758"/>
                  </a:lnTo>
                  <a:lnTo>
                    <a:pt x="1889" y="941"/>
                  </a:lnTo>
                  <a:lnTo>
                    <a:pt x="1893" y="966"/>
                  </a:lnTo>
                  <a:lnTo>
                    <a:pt x="1897" y="882"/>
                  </a:lnTo>
                  <a:lnTo>
                    <a:pt x="1901" y="1027"/>
                  </a:lnTo>
                  <a:lnTo>
                    <a:pt x="1905" y="926"/>
                  </a:lnTo>
                  <a:lnTo>
                    <a:pt x="1909" y="1298"/>
                  </a:lnTo>
                  <a:lnTo>
                    <a:pt x="1913" y="1065"/>
                  </a:lnTo>
                  <a:lnTo>
                    <a:pt x="1921" y="1146"/>
                  </a:lnTo>
                  <a:lnTo>
                    <a:pt x="1925" y="935"/>
                  </a:lnTo>
                  <a:lnTo>
                    <a:pt x="1929" y="908"/>
                  </a:lnTo>
                  <a:lnTo>
                    <a:pt x="1933" y="930"/>
                  </a:lnTo>
                  <a:lnTo>
                    <a:pt x="1937" y="1304"/>
                  </a:lnTo>
                  <a:lnTo>
                    <a:pt x="1941" y="1087"/>
                  </a:lnTo>
                  <a:lnTo>
                    <a:pt x="1945" y="995"/>
                  </a:lnTo>
                  <a:lnTo>
                    <a:pt x="1949" y="1260"/>
                  </a:lnTo>
                  <a:lnTo>
                    <a:pt x="1953" y="1079"/>
                  </a:lnTo>
                  <a:lnTo>
                    <a:pt x="1958" y="1336"/>
                  </a:lnTo>
                  <a:lnTo>
                    <a:pt x="1962" y="1249"/>
                  </a:lnTo>
                  <a:lnTo>
                    <a:pt x="1966" y="1041"/>
                  </a:lnTo>
                  <a:lnTo>
                    <a:pt x="1974" y="1260"/>
                  </a:lnTo>
                  <a:lnTo>
                    <a:pt x="1978" y="1075"/>
                  </a:lnTo>
                  <a:lnTo>
                    <a:pt x="1982" y="1303"/>
                  </a:lnTo>
                  <a:lnTo>
                    <a:pt x="1986" y="1295"/>
                  </a:lnTo>
                  <a:lnTo>
                    <a:pt x="1990" y="1028"/>
                  </a:lnTo>
                  <a:lnTo>
                    <a:pt x="1994" y="952"/>
                  </a:lnTo>
                  <a:lnTo>
                    <a:pt x="1998" y="1057"/>
                  </a:lnTo>
                  <a:lnTo>
                    <a:pt x="2002" y="1267"/>
                  </a:lnTo>
                  <a:lnTo>
                    <a:pt x="2006" y="1718"/>
                  </a:lnTo>
                  <a:lnTo>
                    <a:pt x="2010" y="826"/>
                  </a:lnTo>
                  <a:lnTo>
                    <a:pt x="2014" y="1428"/>
                  </a:lnTo>
                  <a:lnTo>
                    <a:pt x="2018" y="885"/>
                  </a:lnTo>
                  <a:lnTo>
                    <a:pt x="2022" y="1532"/>
                  </a:lnTo>
                  <a:lnTo>
                    <a:pt x="2026" y="987"/>
                  </a:lnTo>
                  <a:lnTo>
                    <a:pt x="2031" y="1403"/>
                  </a:lnTo>
                  <a:lnTo>
                    <a:pt x="2035" y="833"/>
                  </a:lnTo>
                  <a:lnTo>
                    <a:pt x="2039" y="862"/>
                  </a:lnTo>
                  <a:lnTo>
                    <a:pt x="2043" y="702"/>
                  </a:lnTo>
                  <a:lnTo>
                    <a:pt x="2051" y="949"/>
                  </a:lnTo>
                  <a:lnTo>
                    <a:pt x="2055" y="908"/>
                  </a:lnTo>
                  <a:lnTo>
                    <a:pt x="2059" y="1074"/>
                  </a:lnTo>
                  <a:lnTo>
                    <a:pt x="2063" y="841"/>
                  </a:lnTo>
                  <a:lnTo>
                    <a:pt x="2067" y="858"/>
                  </a:lnTo>
                  <a:lnTo>
                    <a:pt x="2071" y="984"/>
                  </a:lnTo>
                  <a:lnTo>
                    <a:pt x="2075" y="866"/>
                  </a:lnTo>
                  <a:lnTo>
                    <a:pt x="2079" y="990"/>
                  </a:lnTo>
                  <a:lnTo>
                    <a:pt x="2087" y="855"/>
                  </a:lnTo>
                  <a:lnTo>
                    <a:pt x="2091" y="929"/>
                  </a:lnTo>
                  <a:lnTo>
                    <a:pt x="2095" y="726"/>
                  </a:lnTo>
                  <a:lnTo>
                    <a:pt x="2099" y="812"/>
                  </a:lnTo>
                  <a:lnTo>
                    <a:pt x="2104" y="847"/>
                  </a:lnTo>
                  <a:lnTo>
                    <a:pt x="2108" y="937"/>
                  </a:lnTo>
                  <a:lnTo>
                    <a:pt x="2112" y="929"/>
                  </a:lnTo>
                  <a:lnTo>
                    <a:pt x="2116" y="628"/>
                  </a:lnTo>
                  <a:lnTo>
                    <a:pt x="2120" y="937"/>
                  </a:lnTo>
                  <a:lnTo>
                    <a:pt x="2124" y="921"/>
                  </a:lnTo>
                  <a:lnTo>
                    <a:pt x="2128" y="1196"/>
                  </a:lnTo>
                  <a:lnTo>
                    <a:pt x="2132" y="954"/>
                  </a:lnTo>
                  <a:lnTo>
                    <a:pt x="2136" y="1905"/>
                  </a:lnTo>
                  <a:lnTo>
                    <a:pt x="2140" y="1101"/>
                  </a:lnTo>
                  <a:lnTo>
                    <a:pt x="2144" y="885"/>
                  </a:lnTo>
                  <a:lnTo>
                    <a:pt x="2148" y="1520"/>
                  </a:lnTo>
                  <a:lnTo>
                    <a:pt x="2152" y="1460"/>
                  </a:lnTo>
                  <a:lnTo>
                    <a:pt x="2160" y="679"/>
                  </a:lnTo>
                  <a:lnTo>
                    <a:pt x="2164" y="1270"/>
                  </a:lnTo>
                  <a:lnTo>
                    <a:pt x="2168" y="1057"/>
                  </a:lnTo>
                  <a:lnTo>
                    <a:pt x="2177" y="1354"/>
                  </a:lnTo>
                  <a:lnTo>
                    <a:pt x="2181" y="672"/>
                  </a:lnTo>
                  <a:lnTo>
                    <a:pt x="2185" y="619"/>
                  </a:lnTo>
                  <a:lnTo>
                    <a:pt x="2189" y="737"/>
                  </a:lnTo>
                  <a:lnTo>
                    <a:pt x="2193" y="1010"/>
                  </a:lnTo>
                  <a:lnTo>
                    <a:pt x="2197" y="823"/>
                  </a:lnTo>
                  <a:lnTo>
                    <a:pt x="2201" y="1020"/>
                  </a:lnTo>
                  <a:lnTo>
                    <a:pt x="2205" y="855"/>
                  </a:lnTo>
                  <a:lnTo>
                    <a:pt x="2209" y="928"/>
                  </a:lnTo>
                  <a:lnTo>
                    <a:pt x="2217" y="1467"/>
                  </a:lnTo>
                  <a:lnTo>
                    <a:pt x="2225" y="995"/>
                  </a:lnTo>
                  <a:lnTo>
                    <a:pt x="2229" y="1362"/>
                  </a:lnTo>
                  <a:lnTo>
                    <a:pt x="2237" y="1170"/>
                  </a:lnTo>
                  <a:lnTo>
                    <a:pt x="2245" y="785"/>
                  </a:lnTo>
                  <a:lnTo>
                    <a:pt x="2250" y="954"/>
                  </a:lnTo>
                  <a:lnTo>
                    <a:pt x="2254" y="1345"/>
                  </a:lnTo>
                  <a:lnTo>
                    <a:pt x="2258" y="818"/>
                  </a:lnTo>
                  <a:lnTo>
                    <a:pt x="2262" y="602"/>
                  </a:lnTo>
                  <a:lnTo>
                    <a:pt x="2266" y="769"/>
                  </a:lnTo>
                  <a:lnTo>
                    <a:pt x="2270" y="1031"/>
                  </a:lnTo>
                  <a:lnTo>
                    <a:pt x="2274" y="855"/>
                  </a:lnTo>
                  <a:lnTo>
                    <a:pt x="2278" y="971"/>
                  </a:lnTo>
                  <a:lnTo>
                    <a:pt x="2282" y="1644"/>
                  </a:lnTo>
                  <a:lnTo>
                    <a:pt x="2286" y="855"/>
                  </a:lnTo>
                  <a:lnTo>
                    <a:pt x="2290" y="1422"/>
                  </a:lnTo>
                  <a:lnTo>
                    <a:pt x="2298" y="468"/>
                  </a:lnTo>
                  <a:lnTo>
                    <a:pt x="2302" y="718"/>
                  </a:lnTo>
                  <a:lnTo>
                    <a:pt x="2306" y="731"/>
                  </a:lnTo>
                  <a:lnTo>
                    <a:pt x="2310" y="977"/>
                  </a:lnTo>
                  <a:lnTo>
                    <a:pt x="2314" y="1591"/>
                  </a:lnTo>
                  <a:lnTo>
                    <a:pt x="2318" y="1312"/>
                  </a:lnTo>
                  <a:lnTo>
                    <a:pt x="2323" y="744"/>
                  </a:lnTo>
                  <a:lnTo>
                    <a:pt x="2327" y="665"/>
                  </a:lnTo>
                  <a:lnTo>
                    <a:pt x="2331" y="1285"/>
                  </a:lnTo>
                  <a:lnTo>
                    <a:pt x="2335" y="1467"/>
                  </a:lnTo>
                  <a:lnTo>
                    <a:pt x="2339" y="1442"/>
                  </a:lnTo>
                  <a:lnTo>
                    <a:pt x="2343" y="1438"/>
                  </a:lnTo>
                  <a:lnTo>
                    <a:pt x="2347" y="1285"/>
                  </a:lnTo>
                  <a:lnTo>
                    <a:pt x="2351" y="1342"/>
                  </a:lnTo>
                  <a:lnTo>
                    <a:pt x="2355" y="1354"/>
                  </a:lnTo>
                  <a:lnTo>
                    <a:pt x="2359" y="1277"/>
                  </a:lnTo>
                  <a:lnTo>
                    <a:pt x="2363" y="1253"/>
                  </a:lnTo>
                  <a:lnTo>
                    <a:pt x="2367" y="1301"/>
                  </a:lnTo>
                  <a:lnTo>
                    <a:pt x="2371" y="1294"/>
                  </a:lnTo>
                  <a:lnTo>
                    <a:pt x="2375" y="1171"/>
                  </a:lnTo>
                  <a:lnTo>
                    <a:pt x="2379" y="1349"/>
                  </a:lnTo>
                  <a:lnTo>
                    <a:pt x="2383" y="1094"/>
                  </a:lnTo>
                  <a:lnTo>
                    <a:pt x="2387" y="584"/>
                  </a:lnTo>
                  <a:lnTo>
                    <a:pt x="2391" y="690"/>
                  </a:lnTo>
                  <a:lnTo>
                    <a:pt x="2395" y="735"/>
                  </a:lnTo>
                  <a:lnTo>
                    <a:pt x="2400" y="724"/>
                  </a:lnTo>
                  <a:lnTo>
                    <a:pt x="2404" y="748"/>
                  </a:lnTo>
                  <a:lnTo>
                    <a:pt x="2412" y="952"/>
                  </a:lnTo>
                  <a:lnTo>
                    <a:pt x="2416" y="903"/>
                  </a:lnTo>
                  <a:lnTo>
                    <a:pt x="2420" y="729"/>
                  </a:lnTo>
                  <a:lnTo>
                    <a:pt x="2424" y="871"/>
                  </a:lnTo>
                  <a:lnTo>
                    <a:pt x="2428" y="1480"/>
                  </a:lnTo>
                  <a:lnTo>
                    <a:pt x="2432" y="919"/>
                  </a:lnTo>
                  <a:lnTo>
                    <a:pt x="2440" y="1574"/>
                  </a:lnTo>
                  <a:lnTo>
                    <a:pt x="2448" y="1238"/>
                  </a:lnTo>
                  <a:lnTo>
                    <a:pt x="2452" y="623"/>
                  </a:lnTo>
                  <a:lnTo>
                    <a:pt x="2456" y="1353"/>
                  </a:lnTo>
                  <a:lnTo>
                    <a:pt x="2460" y="589"/>
                  </a:lnTo>
                  <a:lnTo>
                    <a:pt x="2464" y="632"/>
                  </a:lnTo>
                  <a:lnTo>
                    <a:pt x="2468" y="701"/>
                  </a:lnTo>
                  <a:lnTo>
                    <a:pt x="2473" y="483"/>
                  </a:lnTo>
                  <a:lnTo>
                    <a:pt x="2477" y="1486"/>
                  </a:lnTo>
                  <a:lnTo>
                    <a:pt x="2481" y="586"/>
                  </a:lnTo>
                  <a:lnTo>
                    <a:pt x="2485" y="1399"/>
                  </a:lnTo>
                  <a:lnTo>
                    <a:pt x="2489" y="769"/>
                  </a:lnTo>
                  <a:lnTo>
                    <a:pt x="2493" y="773"/>
                  </a:lnTo>
                  <a:lnTo>
                    <a:pt x="2497" y="922"/>
                  </a:lnTo>
                  <a:lnTo>
                    <a:pt x="2501" y="647"/>
                  </a:lnTo>
                  <a:lnTo>
                    <a:pt x="2505" y="797"/>
                  </a:lnTo>
                  <a:lnTo>
                    <a:pt x="2509" y="769"/>
                  </a:lnTo>
                  <a:lnTo>
                    <a:pt x="2513" y="642"/>
                  </a:lnTo>
                  <a:lnTo>
                    <a:pt x="2517" y="1305"/>
                  </a:lnTo>
                  <a:lnTo>
                    <a:pt x="2521" y="794"/>
                  </a:lnTo>
                  <a:lnTo>
                    <a:pt x="2525" y="584"/>
                  </a:lnTo>
                  <a:lnTo>
                    <a:pt x="2529" y="643"/>
                  </a:lnTo>
                  <a:lnTo>
                    <a:pt x="2541" y="1034"/>
                  </a:lnTo>
                  <a:lnTo>
                    <a:pt x="2546" y="790"/>
                  </a:lnTo>
                  <a:lnTo>
                    <a:pt x="2550" y="802"/>
                  </a:lnTo>
                  <a:lnTo>
                    <a:pt x="2558" y="871"/>
                  </a:lnTo>
                  <a:lnTo>
                    <a:pt x="2562" y="816"/>
                  </a:lnTo>
                  <a:lnTo>
                    <a:pt x="2566" y="824"/>
                  </a:lnTo>
                  <a:lnTo>
                    <a:pt x="2570" y="1020"/>
                  </a:lnTo>
                  <a:lnTo>
                    <a:pt x="2574" y="742"/>
                  </a:lnTo>
                  <a:lnTo>
                    <a:pt x="2582" y="1100"/>
                  </a:lnTo>
                  <a:lnTo>
                    <a:pt x="2590" y="724"/>
                  </a:lnTo>
                  <a:lnTo>
                    <a:pt x="2594" y="793"/>
                  </a:lnTo>
                  <a:lnTo>
                    <a:pt x="2598" y="676"/>
                  </a:lnTo>
                  <a:lnTo>
                    <a:pt x="2602" y="787"/>
                  </a:lnTo>
                  <a:lnTo>
                    <a:pt x="2606" y="1167"/>
                  </a:lnTo>
                  <a:lnTo>
                    <a:pt x="2614" y="546"/>
                  </a:lnTo>
                  <a:lnTo>
                    <a:pt x="2619" y="581"/>
                  </a:lnTo>
                  <a:lnTo>
                    <a:pt x="2623" y="728"/>
                  </a:lnTo>
                  <a:lnTo>
                    <a:pt x="2627" y="654"/>
                  </a:lnTo>
                  <a:lnTo>
                    <a:pt x="2631" y="449"/>
                  </a:lnTo>
                  <a:lnTo>
                    <a:pt x="2635" y="728"/>
                  </a:lnTo>
                  <a:lnTo>
                    <a:pt x="2639" y="781"/>
                  </a:lnTo>
                  <a:lnTo>
                    <a:pt x="2643" y="578"/>
                  </a:lnTo>
                  <a:lnTo>
                    <a:pt x="2647" y="747"/>
                  </a:lnTo>
                  <a:lnTo>
                    <a:pt x="2651" y="206"/>
                  </a:lnTo>
                  <a:lnTo>
                    <a:pt x="2655" y="352"/>
                  </a:lnTo>
                  <a:lnTo>
                    <a:pt x="2659" y="1082"/>
                  </a:lnTo>
                  <a:lnTo>
                    <a:pt x="2663" y="515"/>
                  </a:lnTo>
                  <a:lnTo>
                    <a:pt x="2675" y="1694"/>
                  </a:lnTo>
                  <a:lnTo>
                    <a:pt x="2679" y="926"/>
                  </a:lnTo>
                  <a:lnTo>
                    <a:pt x="2683" y="1147"/>
                  </a:lnTo>
                  <a:lnTo>
                    <a:pt x="2687" y="775"/>
                  </a:lnTo>
                  <a:lnTo>
                    <a:pt x="2692" y="1477"/>
                  </a:lnTo>
                  <a:lnTo>
                    <a:pt x="2696" y="851"/>
                  </a:lnTo>
                  <a:lnTo>
                    <a:pt x="2700" y="1363"/>
                  </a:lnTo>
                  <a:lnTo>
                    <a:pt x="2704" y="1408"/>
                  </a:lnTo>
                  <a:lnTo>
                    <a:pt x="2708" y="1196"/>
                  </a:lnTo>
                  <a:lnTo>
                    <a:pt x="2712" y="1353"/>
                  </a:lnTo>
                  <a:lnTo>
                    <a:pt x="2716" y="1190"/>
                  </a:lnTo>
                  <a:lnTo>
                    <a:pt x="2720" y="570"/>
                  </a:lnTo>
                  <a:lnTo>
                    <a:pt x="2724" y="1032"/>
                  </a:lnTo>
                  <a:lnTo>
                    <a:pt x="2732" y="1067"/>
                  </a:lnTo>
                  <a:lnTo>
                    <a:pt x="2736" y="645"/>
                  </a:lnTo>
                  <a:lnTo>
                    <a:pt x="2740" y="1171"/>
                  </a:lnTo>
                  <a:lnTo>
                    <a:pt x="2744" y="937"/>
                  </a:lnTo>
                  <a:lnTo>
                    <a:pt x="2752" y="1539"/>
                  </a:lnTo>
                  <a:lnTo>
                    <a:pt x="2756" y="671"/>
                  </a:lnTo>
                  <a:lnTo>
                    <a:pt x="2760" y="858"/>
                  </a:lnTo>
                  <a:lnTo>
                    <a:pt x="2765" y="834"/>
                  </a:lnTo>
                  <a:lnTo>
                    <a:pt x="2773" y="715"/>
                  </a:lnTo>
                  <a:lnTo>
                    <a:pt x="2777" y="833"/>
                  </a:lnTo>
                  <a:lnTo>
                    <a:pt x="2781" y="485"/>
                  </a:lnTo>
                  <a:lnTo>
                    <a:pt x="2785" y="371"/>
                  </a:lnTo>
                  <a:lnTo>
                    <a:pt x="2789" y="487"/>
                  </a:lnTo>
                  <a:lnTo>
                    <a:pt x="2793" y="1048"/>
                  </a:lnTo>
                  <a:lnTo>
                    <a:pt x="2797" y="1062"/>
                  </a:lnTo>
                  <a:lnTo>
                    <a:pt x="2801" y="786"/>
                  </a:lnTo>
                  <a:lnTo>
                    <a:pt x="2805" y="745"/>
                  </a:lnTo>
                  <a:lnTo>
                    <a:pt x="2809" y="852"/>
                  </a:lnTo>
                  <a:lnTo>
                    <a:pt x="2813" y="1027"/>
                  </a:lnTo>
                  <a:lnTo>
                    <a:pt x="2817" y="737"/>
                  </a:lnTo>
                  <a:lnTo>
                    <a:pt x="2821" y="755"/>
                  </a:lnTo>
                  <a:lnTo>
                    <a:pt x="2825" y="539"/>
                  </a:lnTo>
                  <a:lnTo>
                    <a:pt x="2829" y="1318"/>
                  </a:lnTo>
                  <a:lnTo>
                    <a:pt x="2833" y="1298"/>
                  </a:lnTo>
                  <a:lnTo>
                    <a:pt x="2838" y="1367"/>
                  </a:lnTo>
                  <a:lnTo>
                    <a:pt x="2842" y="1345"/>
                  </a:lnTo>
                  <a:lnTo>
                    <a:pt x="2846" y="1162"/>
                  </a:lnTo>
                  <a:lnTo>
                    <a:pt x="2850" y="473"/>
                  </a:lnTo>
                  <a:lnTo>
                    <a:pt x="2854" y="1124"/>
                  </a:lnTo>
                  <a:lnTo>
                    <a:pt x="2858" y="1110"/>
                  </a:lnTo>
                  <a:lnTo>
                    <a:pt x="2862" y="995"/>
                  </a:lnTo>
                  <a:lnTo>
                    <a:pt x="2866" y="1228"/>
                  </a:lnTo>
                  <a:lnTo>
                    <a:pt x="2870" y="1300"/>
                  </a:lnTo>
                  <a:lnTo>
                    <a:pt x="2874" y="1071"/>
                  </a:lnTo>
                  <a:lnTo>
                    <a:pt x="2878" y="656"/>
                  </a:lnTo>
                  <a:lnTo>
                    <a:pt x="2882" y="1363"/>
                  </a:lnTo>
                  <a:lnTo>
                    <a:pt x="2886" y="1251"/>
                  </a:lnTo>
                  <a:lnTo>
                    <a:pt x="2890" y="1259"/>
                  </a:lnTo>
                  <a:lnTo>
                    <a:pt x="2894" y="1228"/>
                  </a:lnTo>
                  <a:lnTo>
                    <a:pt x="2898" y="1251"/>
                  </a:lnTo>
                  <a:lnTo>
                    <a:pt x="2902" y="1299"/>
                  </a:lnTo>
                  <a:lnTo>
                    <a:pt x="2906" y="716"/>
                  </a:lnTo>
                  <a:lnTo>
                    <a:pt x="2911" y="1279"/>
                  </a:lnTo>
                  <a:lnTo>
                    <a:pt x="2915" y="727"/>
                  </a:lnTo>
                  <a:lnTo>
                    <a:pt x="2919" y="829"/>
                  </a:lnTo>
                  <a:lnTo>
                    <a:pt x="2923" y="1640"/>
                  </a:lnTo>
                  <a:lnTo>
                    <a:pt x="2927" y="1660"/>
                  </a:lnTo>
                  <a:lnTo>
                    <a:pt x="2931" y="1337"/>
                  </a:lnTo>
                  <a:lnTo>
                    <a:pt x="2939" y="1112"/>
                  </a:lnTo>
                  <a:lnTo>
                    <a:pt x="2943" y="1426"/>
                  </a:lnTo>
                  <a:lnTo>
                    <a:pt x="2947" y="900"/>
                  </a:lnTo>
                  <a:lnTo>
                    <a:pt x="2955" y="1052"/>
                  </a:lnTo>
                  <a:lnTo>
                    <a:pt x="2959" y="163"/>
                  </a:lnTo>
                  <a:lnTo>
                    <a:pt x="2963" y="1151"/>
                  </a:lnTo>
                  <a:lnTo>
                    <a:pt x="2967" y="515"/>
                  </a:lnTo>
                  <a:lnTo>
                    <a:pt x="2971" y="590"/>
                  </a:lnTo>
                  <a:lnTo>
                    <a:pt x="2975" y="604"/>
                  </a:lnTo>
                  <a:lnTo>
                    <a:pt x="2979" y="679"/>
                  </a:lnTo>
                  <a:lnTo>
                    <a:pt x="2984" y="1399"/>
                  </a:lnTo>
                  <a:lnTo>
                    <a:pt x="2988" y="641"/>
                  </a:lnTo>
                  <a:lnTo>
                    <a:pt x="2992" y="1300"/>
                  </a:lnTo>
                  <a:lnTo>
                    <a:pt x="2996" y="1238"/>
                  </a:lnTo>
                  <a:lnTo>
                    <a:pt x="3000" y="1058"/>
                  </a:lnTo>
                  <a:lnTo>
                    <a:pt x="3004" y="1540"/>
                  </a:lnTo>
                  <a:lnTo>
                    <a:pt x="3008" y="727"/>
                  </a:lnTo>
                  <a:lnTo>
                    <a:pt x="3012" y="663"/>
                  </a:lnTo>
                  <a:lnTo>
                    <a:pt x="3024" y="1041"/>
                  </a:lnTo>
                  <a:lnTo>
                    <a:pt x="3028" y="1342"/>
                  </a:lnTo>
                  <a:lnTo>
                    <a:pt x="3032" y="1135"/>
                  </a:lnTo>
                  <a:lnTo>
                    <a:pt x="3036" y="1243"/>
                  </a:lnTo>
                  <a:lnTo>
                    <a:pt x="3040" y="1233"/>
                  </a:lnTo>
                  <a:lnTo>
                    <a:pt x="3044" y="1178"/>
                  </a:lnTo>
                  <a:lnTo>
                    <a:pt x="3048" y="1385"/>
                  </a:lnTo>
                  <a:lnTo>
                    <a:pt x="3052" y="1353"/>
                  </a:lnTo>
                  <a:lnTo>
                    <a:pt x="3057" y="848"/>
                  </a:lnTo>
                  <a:lnTo>
                    <a:pt x="3061" y="1549"/>
                  </a:lnTo>
                  <a:lnTo>
                    <a:pt x="3069" y="1404"/>
                  </a:lnTo>
                  <a:lnTo>
                    <a:pt x="3073" y="1416"/>
                  </a:lnTo>
                  <a:lnTo>
                    <a:pt x="3077" y="1095"/>
                  </a:lnTo>
                  <a:lnTo>
                    <a:pt x="3081" y="1107"/>
                  </a:lnTo>
                  <a:lnTo>
                    <a:pt x="3085" y="1108"/>
                  </a:lnTo>
                  <a:lnTo>
                    <a:pt x="3089" y="1018"/>
                  </a:lnTo>
                  <a:lnTo>
                    <a:pt x="3093" y="1202"/>
                  </a:lnTo>
                  <a:lnTo>
                    <a:pt x="3097" y="1228"/>
                  </a:lnTo>
                  <a:lnTo>
                    <a:pt x="3101" y="952"/>
                  </a:lnTo>
                  <a:lnTo>
                    <a:pt x="3105" y="862"/>
                  </a:lnTo>
                  <a:lnTo>
                    <a:pt x="3109" y="1066"/>
                  </a:lnTo>
                  <a:lnTo>
                    <a:pt x="3117" y="855"/>
                  </a:lnTo>
                  <a:lnTo>
                    <a:pt x="3121" y="1123"/>
                  </a:lnTo>
                  <a:lnTo>
                    <a:pt x="3125" y="1076"/>
                  </a:lnTo>
                  <a:lnTo>
                    <a:pt x="3130" y="918"/>
                  </a:lnTo>
                  <a:lnTo>
                    <a:pt x="3134" y="1360"/>
                  </a:lnTo>
                  <a:lnTo>
                    <a:pt x="3138" y="1247"/>
                  </a:lnTo>
                  <a:lnTo>
                    <a:pt x="3142" y="1259"/>
                  </a:lnTo>
                  <a:lnTo>
                    <a:pt x="3146" y="1452"/>
                  </a:lnTo>
                  <a:lnTo>
                    <a:pt x="3150" y="797"/>
                  </a:lnTo>
                  <a:lnTo>
                    <a:pt x="3154" y="744"/>
                  </a:lnTo>
                  <a:lnTo>
                    <a:pt x="3158" y="746"/>
                  </a:lnTo>
                  <a:lnTo>
                    <a:pt x="3162" y="1019"/>
                  </a:lnTo>
                  <a:lnTo>
                    <a:pt x="3166" y="837"/>
                  </a:lnTo>
                  <a:lnTo>
                    <a:pt x="3170" y="971"/>
                  </a:lnTo>
                  <a:lnTo>
                    <a:pt x="3174" y="874"/>
                  </a:lnTo>
                  <a:lnTo>
                    <a:pt x="3178" y="1009"/>
                  </a:lnTo>
                  <a:lnTo>
                    <a:pt x="3182" y="1064"/>
                  </a:lnTo>
                  <a:lnTo>
                    <a:pt x="3190" y="909"/>
                  </a:lnTo>
                  <a:lnTo>
                    <a:pt x="3194" y="909"/>
                  </a:lnTo>
                  <a:lnTo>
                    <a:pt x="3198" y="923"/>
                  </a:lnTo>
                  <a:lnTo>
                    <a:pt x="3202" y="1021"/>
                  </a:lnTo>
                  <a:lnTo>
                    <a:pt x="3207" y="978"/>
                  </a:lnTo>
                  <a:lnTo>
                    <a:pt x="3211" y="1083"/>
                  </a:lnTo>
                  <a:lnTo>
                    <a:pt x="3219" y="1640"/>
                  </a:lnTo>
                  <a:lnTo>
                    <a:pt x="3223" y="1085"/>
                  </a:lnTo>
                  <a:lnTo>
                    <a:pt x="3227" y="1522"/>
                  </a:lnTo>
                  <a:lnTo>
                    <a:pt x="3231" y="1682"/>
                  </a:lnTo>
                  <a:lnTo>
                    <a:pt x="3235" y="1577"/>
                  </a:lnTo>
                  <a:lnTo>
                    <a:pt x="3239" y="747"/>
                  </a:lnTo>
                  <a:lnTo>
                    <a:pt x="3243" y="888"/>
                  </a:lnTo>
                  <a:lnTo>
                    <a:pt x="3247" y="1339"/>
                  </a:lnTo>
                  <a:lnTo>
                    <a:pt x="3251" y="1336"/>
                  </a:lnTo>
                  <a:lnTo>
                    <a:pt x="3255" y="1133"/>
                  </a:lnTo>
                  <a:lnTo>
                    <a:pt x="3259" y="611"/>
                  </a:lnTo>
                  <a:lnTo>
                    <a:pt x="3263" y="1183"/>
                  </a:lnTo>
                  <a:lnTo>
                    <a:pt x="3271" y="1306"/>
                  </a:lnTo>
                  <a:lnTo>
                    <a:pt x="3275" y="574"/>
                  </a:lnTo>
                  <a:lnTo>
                    <a:pt x="3280" y="1239"/>
                  </a:lnTo>
                  <a:lnTo>
                    <a:pt x="3284" y="1133"/>
                  </a:lnTo>
                  <a:lnTo>
                    <a:pt x="3288" y="1133"/>
                  </a:lnTo>
                  <a:lnTo>
                    <a:pt x="3292" y="596"/>
                  </a:lnTo>
                  <a:lnTo>
                    <a:pt x="3296" y="1178"/>
                  </a:lnTo>
                  <a:lnTo>
                    <a:pt x="3300" y="1078"/>
                  </a:lnTo>
                  <a:lnTo>
                    <a:pt x="3304" y="1055"/>
                  </a:lnTo>
                  <a:lnTo>
                    <a:pt x="3312" y="1214"/>
                  </a:lnTo>
                  <a:lnTo>
                    <a:pt x="3320" y="953"/>
                  </a:lnTo>
                  <a:lnTo>
                    <a:pt x="3324" y="1148"/>
                  </a:lnTo>
                  <a:lnTo>
                    <a:pt x="3328" y="991"/>
                  </a:lnTo>
                  <a:lnTo>
                    <a:pt x="3332" y="514"/>
                  </a:lnTo>
                  <a:lnTo>
                    <a:pt x="3336" y="1307"/>
                  </a:lnTo>
                  <a:lnTo>
                    <a:pt x="3340" y="851"/>
                  </a:lnTo>
                  <a:lnTo>
                    <a:pt x="3344" y="788"/>
                  </a:lnTo>
                  <a:lnTo>
                    <a:pt x="3348" y="1396"/>
                  </a:lnTo>
                  <a:lnTo>
                    <a:pt x="3353" y="856"/>
                  </a:lnTo>
                  <a:lnTo>
                    <a:pt x="3357" y="1719"/>
                  </a:lnTo>
                  <a:lnTo>
                    <a:pt x="3361" y="868"/>
                  </a:lnTo>
                  <a:lnTo>
                    <a:pt x="3365" y="765"/>
                  </a:lnTo>
                  <a:lnTo>
                    <a:pt x="3369" y="778"/>
                  </a:lnTo>
                  <a:lnTo>
                    <a:pt x="3373" y="1257"/>
                  </a:lnTo>
                  <a:lnTo>
                    <a:pt x="3377" y="846"/>
                  </a:lnTo>
                  <a:lnTo>
                    <a:pt x="3381" y="1326"/>
                  </a:lnTo>
                  <a:lnTo>
                    <a:pt x="3385" y="455"/>
                  </a:lnTo>
                  <a:lnTo>
                    <a:pt x="3389" y="1110"/>
                  </a:lnTo>
                  <a:lnTo>
                    <a:pt x="3393" y="1233"/>
                  </a:lnTo>
                  <a:lnTo>
                    <a:pt x="3397" y="490"/>
                  </a:lnTo>
                  <a:lnTo>
                    <a:pt x="3401" y="1308"/>
                  </a:lnTo>
                  <a:lnTo>
                    <a:pt x="3405" y="793"/>
                  </a:lnTo>
                  <a:lnTo>
                    <a:pt x="3409" y="1216"/>
                  </a:lnTo>
                  <a:lnTo>
                    <a:pt x="3413" y="1216"/>
                  </a:lnTo>
                  <a:lnTo>
                    <a:pt x="3417" y="1508"/>
                  </a:lnTo>
                  <a:lnTo>
                    <a:pt x="3421" y="520"/>
                  </a:lnTo>
                  <a:lnTo>
                    <a:pt x="3426" y="1204"/>
                  </a:lnTo>
                  <a:lnTo>
                    <a:pt x="3430" y="619"/>
                  </a:lnTo>
                  <a:lnTo>
                    <a:pt x="3434" y="421"/>
                  </a:lnTo>
                  <a:lnTo>
                    <a:pt x="3438" y="775"/>
                  </a:lnTo>
                  <a:lnTo>
                    <a:pt x="3442" y="735"/>
                  </a:lnTo>
                  <a:lnTo>
                    <a:pt x="3446" y="593"/>
                  </a:lnTo>
                  <a:lnTo>
                    <a:pt x="3450" y="781"/>
                  </a:lnTo>
                  <a:lnTo>
                    <a:pt x="3454" y="1453"/>
                  </a:lnTo>
                  <a:lnTo>
                    <a:pt x="3458" y="659"/>
                  </a:lnTo>
                  <a:lnTo>
                    <a:pt x="3462" y="742"/>
                  </a:lnTo>
                  <a:lnTo>
                    <a:pt x="3466" y="1355"/>
                  </a:lnTo>
                  <a:lnTo>
                    <a:pt x="3470" y="976"/>
                  </a:lnTo>
                  <a:lnTo>
                    <a:pt x="3474" y="1354"/>
                  </a:lnTo>
                  <a:lnTo>
                    <a:pt x="3478" y="885"/>
                  </a:lnTo>
                  <a:lnTo>
                    <a:pt x="3482" y="1609"/>
                  </a:lnTo>
                  <a:lnTo>
                    <a:pt x="3490" y="760"/>
                  </a:lnTo>
                  <a:lnTo>
                    <a:pt x="3494" y="743"/>
                  </a:lnTo>
                  <a:lnTo>
                    <a:pt x="3503" y="424"/>
                  </a:lnTo>
                  <a:lnTo>
                    <a:pt x="3507" y="650"/>
                  </a:lnTo>
                  <a:lnTo>
                    <a:pt x="3511" y="1025"/>
                  </a:lnTo>
                  <a:lnTo>
                    <a:pt x="3515" y="537"/>
                  </a:lnTo>
                  <a:lnTo>
                    <a:pt x="3519" y="363"/>
                  </a:lnTo>
                  <a:lnTo>
                    <a:pt x="3523" y="1150"/>
                  </a:lnTo>
                  <a:lnTo>
                    <a:pt x="3531" y="361"/>
                  </a:lnTo>
                  <a:lnTo>
                    <a:pt x="3535" y="592"/>
                  </a:lnTo>
                  <a:lnTo>
                    <a:pt x="3539" y="491"/>
                  </a:lnTo>
                  <a:lnTo>
                    <a:pt x="3543" y="741"/>
                  </a:lnTo>
                  <a:lnTo>
                    <a:pt x="3547" y="687"/>
                  </a:lnTo>
                  <a:lnTo>
                    <a:pt x="3551" y="667"/>
                  </a:lnTo>
                  <a:lnTo>
                    <a:pt x="3555" y="665"/>
                  </a:lnTo>
                  <a:lnTo>
                    <a:pt x="3559" y="224"/>
                  </a:lnTo>
                  <a:lnTo>
                    <a:pt x="3563" y="517"/>
                  </a:lnTo>
                  <a:lnTo>
                    <a:pt x="3567" y="559"/>
                  </a:lnTo>
                  <a:lnTo>
                    <a:pt x="3572" y="565"/>
                  </a:lnTo>
                  <a:lnTo>
                    <a:pt x="3576" y="470"/>
                  </a:lnTo>
                  <a:lnTo>
                    <a:pt x="3580" y="658"/>
                  </a:lnTo>
                  <a:lnTo>
                    <a:pt x="3584" y="631"/>
                  </a:lnTo>
                  <a:lnTo>
                    <a:pt x="3588" y="629"/>
                  </a:lnTo>
                  <a:lnTo>
                    <a:pt x="3592" y="648"/>
                  </a:lnTo>
                  <a:lnTo>
                    <a:pt x="3596" y="1146"/>
                  </a:lnTo>
                  <a:lnTo>
                    <a:pt x="3600" y="1083"/>
                  </a:lnTo>
                  <a:lnTo>
                    <a:pt x="3604" y="1134"/>
                  </a:lnTo>
                  <a:lnTo>
                    <a:pt x="3608" y="1068"/>
                  </a:lnTo>
                  <a:lnTo>
                    <a:pt x="3612" y="1044"/>
                  </a:lnTo>
                  <a:lnTo>
                    <a:pt x="3616" y="1178"/>
                  </a:lnTo>
                  <a:lnTo>
                    <a:pt x="3620" y="1102"/>
                  </a:lnTo>
                  <a:lnTo>
                    <a:pt x="3624" y="1101"/>
                  </a:lnTo>
                  <a:lnTo>
                    <a:pt x="3628" y="1045"/>
                  </a:lnTo>
                  <a:lnTo>
                    <a:pt x="3640" y="1045"/>
                  </a:lnTo>
                  <a:lnTo>
                    <a:pt x="3645" y="1070"/>
                  </a:lnTo>
                  <a:lnTo>
                    <a:pt x="3649" y="1173"/>
                  </a:lnTo>
                  <a:lnTo>
                    <a:pt x="3653" y="1053"/>
                  </a:lnTo>
                  <a:lnTo>
                    <a:pt x="3657" y="1024"/>
                  </a:lnTo>
                  <a:lnTo>
                    <a:pt x="3661" y="1045"/>
                  </a:lnTo>
                  <a:lnTo>
                    <a:pt x="3665" y="1035"/>
                  </a:lnTo>
                  <a:lnTo>
                    <a:pt x="3669" y="617"/>
                  </a:lnTo>
                  <a:lnTo>
                    <a:pt x="3673" y="447"/>
                  </a:lnTo>
                  <a:lnTo>
                    <a:pt x="3677" y="1189"/>
                  </a:lnTo>
                  <a:lnTo>
                    <a:pt x="3681" y="951"/>
                  </a:lnTo>
                  <a:lnTo>
                    <a:pt x="3689" y="1095"/>
                  </a:lnTo>
                  <a:lnTo>
                    <a:pt x="3693" y="1115"/>
                  </a:lnTo>
                  <a:lnTo>
                    <a:pt x="3697" y="1055"/>
                  </a:lnTo>
                  <a:lnTo>
                    <a:pt x="3701" y="828"/>
                  </a:lnTo>
                  <a:lnTo>
                    <a:pt x="3705" y="242"/>
                  </a:lnTo>
                  <a:lnTo>
                    <a:pt x="3709" y="612"/>
                  </a:lnTo>
                  <a:lnTo>
                    <a:pt x="3713" y="485"/>
                  </a:lnTo>
                  <a:lnTo>
                    <a:pt x="3718" y="945"/>
                  </a:lnTo>
                  <a:lnTo>
                    <a:pt x="3722" y="745"/>
                  </a:lnTo>
                  <a:lnTo>
                    <a:pt x="3726" y="676"/>
                  </a:lnTo>
                  <a:lnTo>
                    <a:pt x="3730" y="1191"/>
                  </a:lnTo>
                  <a:lnTo>
                    <a:pt x="3734" y="952"/>
                  </a:lnTo>
                  <a:lnTo>
                    <a:pt x="3738" y="1332"/>
                  </a:lnTo>
                  <a:lnTo>
                    <a:pt x="3742" y="766"/>
                  </a:lnTo>
                  <a:lnTo>
                    <a:pt x="3746" y="929"/>
                  </a:lnTo>
                  <a:lnTo>
                    <a:pt x="3750" y="505"/>
                  </a:lnTo>
                  <a:lnTo>
                    <a:pt x="3754" y="812"/>
                  </a:lnTo>
                  <a:lnTo>
                    <a:pt x="3758" y="412"/>
                  </a:lnTo>
                  <a:lnTo>
                    <a:pt x="3762" y="563"/>
                  </a:lnTo>
                  <a:lnTo>
                    <a:pt x="3766" y="1147"/>
                  </a:lnTo>
                  <a:lnTo>
                    <a:pt x="3770" y="981"/>
                  </a:lnTo>
                  <a:lnTo>
                    <a:pt x="3778" y="1174"/>
                  </a:lnTo>
                  <a:lnTo>
                    <a:pt x="3782" y="898"/>
                  </a:lnTo>
                  <a:lnTo>
                    <a:pt x="3786" y="1009"/>
                  </a:lnTo>
                  <a:lnTo>
                    <a:pt x="3791" y="864"/>
                  </a:lnTo>
                  <a:lnTo>
                    <a:pt x="3795" y="1074"/>
                  </a:lnTo>
                  <a:lnTo>
                    <a:pt x="3799" y="1009"/>
                  </a:lnTo>
                  <a:lnTo>
                    <a:pt x="3803" y="1120"/>
                  </a:lnTo>
                  <a:lnTo>
                    <a:pt x="3807" y="1001"/>
                  </a:lnTo>
                  <a:lnTo>
                    <a:pt x="3811" y="1291"/>
                  </a:lnTo>
                  <a:lnTo>
                    <a:pt x="3815" y="1079"/>
                  </a:lnTo>
                  <a:lnTo>
                    <a:pt x="3819" y="1127"/>
                  </a:lnTo>
                  <a:lnTo>
                    <a:pt x="3823" y="1001"/>
                  </a:lnTo>
                  <a:lnTo>
                    <a:pt x="3827" y="1008"/>
                  </a:lnTo>
                  <a:lnTo>
                    <a:pt x="3831" y="1001"/>
                  </a:lnTo>
                  <a:lnTo>
                    <a:pt x="3835" y="1058"/>
                  </a:lnTo>
                  <a:lnTo>
                    <a:pt x="3839" y="1077"/>
                  </a:lnTo>
                  <a:lnTo>
                    <a:pt x="3843" y="1008"/>
                  </a:lnTo>
                  <a:lnTo>
                    <a:pt x="3847" y="982"/>
                  </a:lnTo>
                  <a:lnTo>
                    <a:pt x="3851" y="982"/>
                  </a:lnTo>
                  <a:lnTo>
                    <a:pt x="3855" y="1010"/>
                  </a:lnTo>
                  <a:lnTo>
                    <a:pt x="3859" y="914"/>
                  </a:lnTo>
                  <a:lnTo>
                    <a:pt x="3868" y="1058"/>
                  </a:lnTo>
                  <a:lnTo>
                    <a:pt x="3872" y="980"/>
                  </a:lnTo>
                  <a:lnTo>
                    <a:pt x="3876" y="1061"/>
                  </a:lnTo>
                  <a:lnTo>
                    <a:pt x="3880" y="1051"/>
                  </a:lnTo>
                  <a:lnTo>
                    <a:pt x="3884" y="1008"/>
                  </a:lnTo>
                  <a:lnTo>
                    <a:pt x="3888" y="1156"/>
                  </a:lnTo>
                  <a:lnTo>
                    <a:pt x="3892" y="1215"/>
                  </a:lnTo>
                  <a:lnTo>
                    <a:pt x="3896" y="1088"/>
                  </a:lnTo>
                  <a:lnTo>
                    <a:pt x="3900" y="1184"/>
                  </a:lnTo>
                  <a:lnTo>
                    <a:pt x="3904" y="1137"/>
                  </a:lnTo>
                  <a:lnTo>
                    <a:pt x="3908" y="990"/>
                  </a:lnTo>
                  <a:lnTo>
                    <a:pt x="3912" y="1043"/>
                  </a:lnTo>
                  <a:lnTo>
                    <a:pt x="3916" y="880"/>
                  </a:lnTo>
                  <a:lnTo>
                    <a:pt x="3924" y="990"/>
                  </a:lnTo>
                  <a:lnTo>
                    <a:pt x="3928" y="662"/>
                  </a:lnTo>
                  <a:lnTo>
                    <a:pt x="3932" y="1027"/>
                  </a:lnTo>
                  <a:lnTo>
                    <a:pt x="3937" y="884"/>
                  </a:lnTo>
                  <a:lnTo>
                    <a:pt x="3941" y="1034"/>
                  </a:lnTo>
                  <a:lnTo>
                    <a:pt x="3945" y="868"/>
                  </a:lnTo>
                  <a:lnTo>
                    <a:pt x="3953" y="1246"/>
                  </a:lnTo>
                  <a:lnTo>
                    <a:pt x="3957" y="503"/>
                  </a:lnTo>
                  <a:lnTo>
                    <a:pt x="3961" y="546"/>
                  </a:lnTo>
                  <a:lnTo>
                    <a:pt x="3969" y="1230"/>
                  </a:lnTo>
                  <a:lnTo>
                    <a:pt x="3973" y="697"/>
                  </a:lnTo>
                  <a:lnTo>
                    <a:pt x="3977" y="1138"/>
                  </a:lnTo>
                  <a:lnTo>
                    <a:pt x="3981" y="1080"/>
                  </a:lnTo>
                  <a:lnTo>
                    <a:pt x="3985" y="947"/>
                  </a:lnTo>
                  <a:lnTo>
                    <a:pt x="3993" y="1068"/>
                  </a:lnTo>
                  <a:lnTo>
                    <a:pt x="3997" y="1052"/>
                  </a:lnTo>
                  <a:lnTo>
                    <a:pt x="4001" y="911"/>
                  </a:lnTo>
                  <a:lnTo>
                    <a:pt x="4005" y="625"/>
                  </a:lnTo>
                  <a:lnTo>
                    <a:pt x="4009" y="896"/>
                  </a:lnTo>
                  <a:lnTo>
                    <a:pt x="4014" y="992"/>
                  </a:lnTo>
                  <a:lnTo>
                    <a:pt x="4018" y="774"/>
                  </a:lnTo>
                  <a:lnTo>
                    <a:pt x="4026" y="1208"/>
                  </a:lnTo>
                  <a:lnTo>
                    <a:pt x="4034" y="617"/>
                  </a:lnTo>
                  <a:lnTo>
                    <a:pt x="4038" y="960"/>
                  </a:lnTo>
                  <a:lnTo>
                    <a:pt x="4042" y="505"/>
                  </a:lnTo>
                  <a:lnTo>
                    <a:pt x="4046" y="1130"/>
                  </a:lnTo>
                  <a:lnTo>
                    <a:pt x="4050" y="1094"/>
                  </a:lnTo>
                  <a:lnTo>
                    <a:pt x="4054" y="1145"/>
                  </a:lnTo>
                  <a:lnTo>
                    <a:pt x="4058" y="1392"/>
                  </a:lnTo>
                  <a:lnTo>
                    <a:pt x="4062" y="1010"/>
                  </a:lnTo>
                  <a:lnTo>
                    <a:pt x="4062" y="1010"/>
                  </a:lnTo>
                </a:path>
              </a:pathLst>
            </a:custGeom>
            <a:noFill/>
            <a:ln w="14604" cap="sq">
              <a:solidFill>
                <a:srgbClr val="0072B2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10286521" y="7256325"/>
            <a:ext cx="2587127" cy="1215743"/>
            <a:chOff x="0" y="0"/>
            <a:chExt cx="2587127" cy="1215743"/>
          </a:xfrm>
        </p:grpSpPr>
        <p:sp>
          <p:nvSpPr>
            <p:cNvPr id="104" name="path 104"/>
            <p:cNvSpPr/>
            <p:nvPr/>
          </p:nvSpPr>
          <p:spPr>
            <a:xfrm>
              <a:off x="1270" y="1269"/>
              <a:ext cx="2584586" cy="1214473"/>
            </a:xfrm>
            <a:custGeom>
              <a:avLst/>
              <a:gdLst/>
              <a:ahLst/>
              <a:cxnLst/>
              <a:rect l="0" t="0" r="0" b="0"/>
              <a:pathLst>
                <a:path w="4070" h="1912">
                  <a:moveTo>
                    <a:pt x="9" y="759"/>
                  </a:moveTo>
                  <a:lnTo>
                    <a:pt x="13" y="703"/>
                  </a:lnTo>
                  <a:lnTo>
                    <a:pt x="17" y="487"/>
                  </a:lnTo>
                  <a:lnTo>
                    <a:pt x="21" y="605"/>
                  </a:lnTo>
                  <a:lnTo>
                    <a:pt x="25" y="263"/>
                  </a:lnTo>
                  <a:lnTo>
                    <a:pt x="29" y="367"/>
                  </a:lnTo>
                  <a:lnTo>
                    <a:pt x="33" y="946"/>
                  </a:lnTo>
                  <a:lnTo>
                    <a:pt x="37" y="831"/>
                  </a:lnTo>
                  <a:lnTo>
                    <a:pt x="41" y="237"/>
                  </a:lnTo>
                  <a:lnTo>
                    <a:pt x="50" y="888"/>
                  </a:lnTo>
                  <a:lnTo>
                    <a:pt x="54" y="902"/>
                  </a:lnTo>
                  <a:lnTo>
                    <a:pt x="62" y="1317"/>
                  </a:lnTo>
                  <a:lnTo>
                    <a:pt x="66" y="496"/>
                  </a:lnTo>
                  <a:lnTo>
                    <a:pt x="74" y="1126"/>
                  </a:lnTo>
                  <a:lnTo>
                    <a:pt x="78" y="1039"/>
                  </a:lnTo>
                  <a:lnTo>
                    <a:pt x="82" y="1152"/>
                  </a:lnTo>
                  <a:lnTo>
                    <a:pt x="86" y="680"/>
                  </a:lnTo>
                  <a:lnTo>
                    <a:pt x="90" y="909"/>
                  </a:lnTo>
                  <a:lnTo>
                    <a:pt x="94" y="1429"/>
                  </a:lnTo>
                  <a:lnTo>
                    <a:pt x="98" y="331"/>
                  </a:lnTo>
                  <a:lnTo>
                    <a:pt x="102" y="1049"/>
                  </a:lnTo>
                  <a:lnTo>
                    <a:pt x="106" y="1088"/>
                  </a:lnTo>
                  <a:lnTo>
                    <a:pt x="118" y="704"/>
                  </a:lnTo>
                  <a:lnTo>
                    <a:pt x="123" y="911"/>
                  </a:lnTo>
                  <a:lnTo>
                    <a:pt x="127" y="732"/>
                  </a:lnTo>
                  <a:lnTo>
                    <a:pt x="131" y="706"/>
                  </a:lnTo>
                  <a:lnTo>
                    <a:pt x="135" y="51"/>
                  </a:lnTo>
                  <a:lnTo>
                    <a:pt x="139" y="1043"/>
                  </a:lnTo>
                  <a:lnTo>
                    <a:pt x="143" y="1054"/>
                  </a:lnTo>
                  <a:lnTo>
                    <a:pt x="147" y="1032"/>
                  </a:lnTo>
                  <a:lnTo>
                    <a:pt x="151" y="1233"/>
                  </a:lnTo>
                  <a:lnTo>
                    <a:pt x="155" y="1294"/>
                  </a:lnTo>
                  <a:lnTo>
                    <a:pt x="159" y="1156"/>
                  </a:lnTo>
                  <a:lnTo>
                    <a:pt x="167" y="1261"/>
                  </a:lnTo>
                  <a:lnTo>
                    <a:pt x="171" y="1169"/>
                  </a:lnTo>
                  <a:lnTo>
                    <a:pt x="175" y="418"/>
                  </a:lnTo>
                  <a:lnTo>
                    <a:pt x="179" y="1132"/>
                  </a:lnTo>
                  <a:lnTo>
                    <a:pt x="183" y="1023"/>
                  </a:lnTo>
                  <a:lnTo>
                    <a:pt x="187" y="1333"/>
                  </a:lnTo>
                  <a:lnTo>
                    <a:pt x="191" y="846"/>
                  </a:lnTo>
                  <a:lnTo>
                    <a:pt x="196" y="714"/>
                  </a:lnTo>
                  <a:lnTo>
                    <a:pt x="200" y="705"/>
                  </a:lnTo>
                  <a:lnTo>
                    <a:pt x="204" y="916"/>
                  </a:lnTo>
                  <a:lnTo>
                    <a:pt x="208" y="696"/>
                  </a:lnTo>
                  <a:lnTo>
                    <a:pt x="216" y="809"/>
                  </a:lnTo>
                  <a:lnTo>
                    <a:pt x="220" y="640"/>
                  </a:lnTo>
                  <a:lnTo>
                    <a:pt x="224" y="740"/>
                  </a:lnTo>
                  <a:lnTo>
                    <a:pt x="228" y="729"/>
                  </a:lnTo>
                  <a:lnTo>
                    <a:pt x="240" y="995"/>
                  </a:lnTo>
                  <a:lnTo>
                    <a:pt x="244" y="931"/>
                  </a:lnTo>
                  <a:lnTo>
                    <a:pt x="248" y="943"/>
                  </a:lnTo>
                  <a:lnTo>
                    <a:pt x="252" y="1086"/>
                  </a:lnTo>
                  <a:lnTo>
                    <a:pt x="256" y="606"/>
                  </a:lnTo>
                  <a:lnTo>
                    <a:pt x="260" y="1156"/>
                  </a:lnTo>
                  <a:lnTo>
                    <a:pt x="264" y="1239"/>
                  </a:lnTo>
                  <a:lnTo>
                    <a:pt x="269" y="1215"/>
                  </a:lnTo>
                  <a:lnTo>
                    <a:pt x="273" y="1328"/>
                  </a:lnTo>
                  <a:lnTo>
                    <a:pt x="277" y="1358"/>
                  </a:lnTo>
                  <a:lnTo>
                    <a:pt x="281" y="593"/>
                  </a:lnTo>
                  <a:lnTo>
                    <a:pt x="285" y="1144"/>
                  </a:lnTo>
                  <a:lnTo>
                    <a:pt x="289" y="530"/>
                  </a:lnTo>
                  <a:lnTo>
                    <a:pt x="293" y="737"/>
                  </a:lnTo>
                  <a:lnTo>
                    <a:pt x="297" y="826"/>
                  </a:lnTo>
                  <a:lnTo>
                    <a:pt x="301" y="607"/>
                  </a:lnTo>
                  <a:lnTo>
                    <a:pt x="305" y="817"/>
                  </a:lnTo>
                  <a:lnTo>
                    <a:pt x="309" y="725"/>
                  </a:lnTo>
                  <a:lnTo>
                    <a:pt x="313" y="767"/>
                  </a:lnTo>
                  <a:lnTo>
                    <a:pt x="317" y="169"/>
                  </a:lnTo>
                  <a:lnTo>
                    <a:pt x="321" y="1055"/>
                  </a:lnTo>
                  <a:lnTo>
                    <a:pt x="325" y="941"/>
                  </a:lnTo>
                  <a:lnTo>
                    <a:pt x="329" y="739"/>
                  </a:lnTo>
                  <a:lnTo>
                    <a:pt x="333" y="1174"/>
                  </a:lnTo>
                  <a:lnTo>
                    <a:pt x="342" y="428"/>
                  </a:lnTo>
                  <a:lnTo>
                    <a:pt x="346" y="356"/>
                  </a:lnTo>
                  <a:lnTo>
                    <a:pt x="354" y="808"/>
                  </a:lnTo>
                  <a:lnTo>
                    <a:pt x="358" y="554"/>
                  </a:lnTo>
                  <a:lnTo>
                    <a:pt x="362" y="1101"/>
                  </a:lnTo>
                  <a:lnTo>
                    <a:pt x="366" y="602"/>
                  </a:lnTo>
                  <a:lnTo>
                    <a:pt x="370" y="586"/>
                  </a:lnTo>
                  <a:lnTo>
                    <a:pt x="374" y="1022"/>
                  </a:lnTo>
                  <a:lnTo>
                    <a:pt x="378" y="1034"/>
                  </a:lnTo>
                  <a:lnTo>
                    <a:pt x="382" y="1024"/>
                  </a:lnTo>
                  <a:lnTo>
                    <a:pt x="386" y="1630"/>
                  </a:lnTo>
                  <a:lnTo>
                    <a:pt x="394" y="755"/>
                  </a:lnTo>
                  <a:lnTo>
                    <a:pt x="398" y="814"/>
                  </a:lnTo>
                  <a:lnTo>
                    <a:pt x="402" y="1029"/>
                  </a:lnTo>
                  <a:lnTo>
                    <a:pt x="406" y="894"/>
                  </a:lnTo>
                  <a:lnTo>
                    <a:pt x="410" y="1054"/>
                  </a:lnTo>
                  <a:lnTo>
                    <a:pt x="415" y="847"/>
                  </a:lnTo>
                  <a:lnTo>
                    <a:pt x="419" y="834"/>
                  </a:lnTo>
                  <a:lnTo>
                    <a:pt x="423" y="774"/>
                  </a:lnTo>
                  <a:lnTo>
                    <a:pt x="427" y="985"/>
                  </a:lnTo>
                  <a:lnTo>
                    <a:pt x="431" y="248"/>
                  </a:lnTo>
                  <a:lnTo>
                    <a:pt x="435" y="923"/>
                  </a:lnTo>
                  <a:lnTo>
                    <a:pt x="439" y="406"/>
                  </a:lnTo>
                  <a:lnTo>
                    <a:pt x="447" y="997"/>
                  </a:lnTo>
                  <a:lnTo>
                    <a:pt x="451" y="1041"/>
                  </a:lnTo>
                  <a:lnTo>
                    <a:pt x="455" y="273"/>
                  </a:lnTo>
                  <a:lnTo>
                    <a:pt x="459" y="273"/>
                  </a:lnTo>
                  <a:lnTo>
                    <a:pt x="463" y="920"/>
                  </a:lnTo>
                  <a:lnTo>
                    <a:pt x="467" y="949"/>
                  </a:lnTo>
                  <a:lnTo>
                    <a:pt x="471" y="776"/>
                  </a:lnTo>
                  <a:lnTo>
                    <a:pt x="483" y="825"/>
                  </a:lnTo>
                  <a:lnTo>
                    <a:pt x="488" y="909"/>
                  </a:lnTo>
                  <a:lnTo>
                    <a:pt x="496" y="194"/>
                  </a:lnTo>
                  <a:lnTo>
                    <a:pt x="500" y="329"/>
                  </a:lnTo>
                  <a:lnTo>
                    <a:pt x="504" y="753"/>
                  </a:lnTo>
                  <a:lnTo>
                    <a:pt x="508" y="872"/>
                  </a:lnTo>
                  <a:lnTo>
                    <a:pt x="516" y="665"/>
                  </a:lnTo>
                  <a:lnTo>
                    <a:pt x="520" y="658"/>
                  </a:lnTo>
                  <a:lnTo>
                    <a:pt x="524" y="725"/>
                  </a:lnTo>
                  <a:lnTo>
                    <a:pt x="528" y="1323"/>
                  </a:lnTo>
                  <a:lnTo>
                    <a:pt x="532" y="1247"/>
                  </a:lnTo>
                  <a:lnTo>
                    <a:pt x="536" y="980"/>
                  </a:lnTo>
                  <a:lnTo>
                    <a:pt x="540" y="1274"/>
                  </a:lnTo>
                  <a:lnTo>
                    <a:pt x="544" y="1344"/>
                  </a:lnTo>
                  <a:lnTo>
                    <a:pt x="552" y="1010"/>
                  </a:lnTo>
                  <a:lnTo>
                    <a:pt x="556" y="1261"/>
                  </a:lnTo>
                  <a:lnTo>
                    <a:pt x="561" y="1212"/>
                  </a:lnTo>
                  <a:lnTo>
                    <a:pt x="565" y="1077"/>
                  </a:lnTo>
                  <a:lnTo>
                    <a:pt x="569" y="1328"/>
                  </a:lnTo>
                  <a:lnTo>
                    <a:pt x="573" y="373"/>
                  </a:lnTo>
                  <a:lnTo>
                    <a:pt x="577" y="1048"/>
                  </a:lnTo>
                  <a:lnTo>
                    <a:pt x="581" y="1102"/>
                  </a:lnTo>
                  <a:lnTo>
                    <a:pt x="585" y="1060"/>
                  </a:lnTo>
                  <a:lnTo>
                    <a:pt x="589" y="1049"/>
                  </a:lnTo>
                  <a:lnTo>
                    <a:pt x="593" y="943"/>
                  </a:lnTo>
                  <a:lnTo>
                    <a:pt x="597" y="496"/>
                  </a:lnTo>
                  <a:lnTo>
                    <a:pt x="601" y="1042"/>
                  </a:lnTo>
                  <a:lnTo>
                    <a:pt x="605" y="1193"/>
                  </a:lnTo>
                  <a:lnTo>
                    <a:pt x="609" y="1136"/>
                  </a:lnTo>
                  <a:lnTo>
                    <a:pt x="613" y="875"/>
                  </a:lnTo>
                  <a:lnTo>
                    <a:pt x="621" y="1152"/>
                  </a:lnTo>
                  <a:lnTo>
                    <a:pt x="625" y="1165"/>
                  </a:lnTo>
                  <a:lnTo>
                    <a:pt x="629" y="1065"/>
                  </a:lnTo>
                  <a:lnTo>
                    <a:pt x="634" y="1259"/>
                  </a:lnTo>
                  <a:lnTo>
                    <a:pt x="638" y="701"/>
                  </a:lnTo>
                  <a:lnTo>
                    <a:pt x="642" y="1176"/>
                  </a:lnTo>
                  <a:lnTo>
                    <a:pt x="646" y="1251"/>
                  </a:lnTo>
                  <a:lnTo>
                    <a:pt x="650" y="1375"/>
                  </a:lnTo>
                  <a:lnTo>
                    <a:pt x="654" y="872"/>
                  </a:lnTo>
                  <a:lnTo>
                    <a:pt x="658" y="887"/>
                  </a:lnTo>
                  <a:lnTo>
                    <a:pt x="662" y="795"/>
                  </a:lnTo>
                  <a:lnTo>
                    <a:pt x="666" y="834"/>
                  </a:lnTo>
                  <a:lnTo>
                    <a:pt x="674" y="783"/>
                  </a:lnTo>
                  <a:lnTo>
                    <a:pt x="678" y="635"/>
                  </a:lnTo>
                  <a:lnTo>
                    <a:pt x="686" y="1080"/>
                  </a:lnTo>
                  <a:lnTo>
                    <a:pt x="690" y="1098"/>
                  </a:lnTo>
                  <a:lnTo>
                    <a:pt x="698" y="518"/>
                  </a:lnTo>
                  <a:lnTo>
                    <a:pt x="707" y="1258"/>
                  </a:lnTo>
                  <a:lnTo>
                    <a:pt x="711" y="971"/>
                  </a:lnTo>
                  <a:lnTo>
                    <a:pt x="715" y="403"/>
                  </a:lnTo>
                  <a:lnTo>
                    <a:pt x="719" y="280"/>
                  </a:lnTo>
                  <a:lnTo>
                    <a:pt x="723" y="1035"/>
                  </a:lnTo>
                  <a:lnTo>
                    <a:pt x="727" y="1031"/>
                  </a:lnTo>
                  <a:lnTo>
                    <a:pt x="731" y="897"/>
                  </a:lnTo>
                  <a:lnTo>
                    <a:pt x="735" y="963"/>
                  </a:lnTo>
                  <a:lnTo>
                    <a:pt x="739" y="592"/>
                  </a:lnTo>
                  <a:lnTo>
                    <a:pt x="743" y="1066"/>
                  </a:lnTo>
                  <a:lnTo>
                    <a:pt x="747" y="673"/>
                  </a:lnTo>
                  <a:lnTo>
                    <a:pt x="751" y="987"/>
                  </a:lnTo>
                  <a:lnTo>
                    <a:pt x="755" y="963"/>
                  </a:lnTo>
                  <a:lnTo>
                    <a:pt x="759" y="658"/>
                  </a:lnTo>
                  <a:lnTo>
                    <a:pt x="763" y="741"/>
                  </a:lnTo>
                  <a:lnTo>
                    <a:pt x="767" y="1027"/>
                  </a:lnTo>
                  <a:lnTo>
                    <a:pt x="771" y="605"/>
                  </a:lnTo>
                  <a:lnTo>
                    <a:pt x="775" y="1265"/>
                  </a:lnTo>
                  <a:lnTo>
                    <a:pt x="780" y="1392"/>
                  </a:lnTo>
                  <a:lnTo>
                    <a:pt x="784" y="1205"/>
                  </a:lnTo>
                  <a:lnTo>
                    <a:pt x="788" y="1136"/>
                  </a:lnTo>
                  <a:lnTo>
                    <a:pt x="792" y="1236"/>
                  </a:lnTo>
                  <a:lnTo>
                    <a:pt x="800" y="1044"/>
                  </a:lnTo>
                  <a:lnTo>
                    <a:pt x="804" y="737"/>
                  </a:lnTo>
                  <a:lnTo>
                    <a:pt x="808" y="729"/>
                  </a:lnTo>
                  <a:lnTo>
                    <a:pt x="812" y="685"/>
                  </a:lnTo>
                  <a:lnTo>
                    <a:pt x="816" y="701"/>
                  </a:lnTo>
                  <a:lnTo>
                    <a:pt x="820" y="547"/>
                  </a:lnTo>
                  <a:lnTo>
                    <a:pt x="824" y="561"/>
                  </a:lnTo>
                  <a:lnTo>
                    <a:pt x="828" y="473"/>
                  </a:lnTo>
                  <a:lnTo>
                    <a:pt x="832" y="631"/>
                  </a:lnTo>
                  <a:lnTo>
                    <a:pt x="836" y="538"/>
                  </a:lnTo>
                  <a:lnTo>
                    <a:pt x="840" y="627"/>
                  </a:lnTo>
                  <a:lnTo>
                    <a:pt x="844" y="1060"/>
                  </a:lnTo>
                  <a:lnTo>
                    <a:pt x="848" y="638"/>
                  </a:lnTo>
                  <a:lnTo>
                    <a:pt x="852" y="925"/>
                  </a:lnTo>
                  <a:lnTo>
                    <a:pt x="857" y="923"/>
                  </a:lnTo>
                  <a:lnTo>
                    <a:pt x="861" y="817"/>
                  </a:lnTo>
                  <a:lnTo>
                    <a:pt x="865" y="117"/>
                  </a:lnTo>
                  <a:lnTo>
                    <a:pt x="869" y="808"/>
                  </a:lnTo>
                  <a:lnTo>
                    <a:pt x="873" y="936"/>
                  </a:lnTo>
                  <a:lnTo>
                    <a:pt x="877" y="1154"/>
                  </a:lnTo>
                  <a:lnTo>
                    <a:pt x="881" y="477"/>
                  </a:lnTo>
                  <a:lnTo>
                    <a:pt x="885" y="542"/>
                  </a:lnTo>
                  <a:lnTo>
                    <a:pt x="889" y="737"/>
                  </a:lnTo>
                  <a:lnTo>
                    <a:pt x="893" y="619"/>
                  </a:lnTo>
                  <a:lnTo>
                    <a:pt x="897" y="665"/>
                  </a:lnTo>
                  <a:lnTo>
                    <a:pt x="901" y="188"/>
                  </a:lnTo>
                  <a:lnTo>
                    <a:pt x="905" y="914"/>
                  </a:lnTo>
                  <a:lnTo>
                    <a:pt x="909" y="782"/>
                  </a:lnTo>
                  <a:lnTo>
                    <a:pt x="913" y="1244"/>
                  </a:lnTo>
                  <a:lnTo>
                    <a:pt x="917" y="1236"/>
                  </a:lnTo>
                  <a:lnTo>
                    <a:pt x="921" y="898"/>
                  </a:lnTo>
                  <a:lnTo>
                    <a:pt x="925" y="116"/>
                  </a:lnTo>
                  <a:lnTo>
                    <a:pt x="930" y="829"/>
                  </a:lnTo>
                  <a:lnTo>
                    <a:pt x="934" y="570"/>
                  </a:lnTo>
                  <a:lnTo>
                    <a:pt x="938" y="9"/>
                  </a:lnTo>
                  <a:lnTo>
                    <a:pt x="942" y="821"/>
                  </a:lnTo>
                  <a:lnTo>
                    <a:pt x="946" y="857"/>
                  </a:lnTo>
                  <a:lnTo>
                    <a:pt x="950" y="339"/>
                  </a:lnTo>
                  <a:lnTo>
                    <a:pt x="954" y="530"/>
                  </a:lnTo>
                  <a:lnTo>
                    <a:pt x="958" y="860"/>
                  </a:lnTo>
                  <a:lnTo>
                    <a:pt x="962" y="329"/>
                  </a:lnTo>
                  <a:lnTo>
                    <a:pt x="974" y="1311"/>
                  </a:lnTo>
                  <a:lnTo>
                    <a:pt x="978" y="1048"/>
                  </a:lnTo>
                  <a:lnTo>
                    <a:pt x="982" y="1166"/>
                  </a:lnTo>
                  <a:lnTo>
                    <a:pt x="990" y="875"/>
                  </a:lnTo>
                  <a:lnTo>
                    <a:pt x="994" y="939"/>
                  </a:lnTo>
                  <a:lnTo>
                    <a:pt x="998" y="1085"/>
                  </a:lnTo>
                  <a:lnTo>
                    <a:pt x="1003" y="1017"/>
                  </a:lnTo>
                  <a:lnTo>
                    <a:pt x="1007" y="1207"/>
                  </a:lnTo>
                  <a:lnTo>
                    <a:pt x="1011" y="1000"/>
                  </a:lnTo>
                  <a:lnTo>
                    <a:pt x="1015" y="1108"/>
                  </a:lnTo>
                  <a:lnTo>
                    <a:pt x="1019" y="849"/>
                  </a:lnTo>
                  <a:lnTo>
                    <a:pt x="1023" y="937"/>
                  </a:lnTo>
                  <a:lnTo>
                    <a:pt x="1027" y="220"/>
                  </a:lnTo>
                  <a:lnTo>
                    <a:pt x="1031" y="897"/>
                  </a:lnTo>
                  <a:lnTo>
                    <a:pt x="1035" y="952"/>
                  </a:lnTo>
                  <a:lnTo>
                    <a:pt x="1039" y="907"/>
                  </a:lnTo>
                  <a:lnTo>
                    <a:pt x="1043" y="1112"/>
                  </a:lnTo>
                  <a:lnTo>
                    <a:pt x="1047" y="1031"/>
                  </a:lnTo>
                  <a:lnTo>
                    <a:pt x="1051" y="1135"/>
                  </a:lnTo>
                  <a:lnTo>
                    <a:pt x="1055" y="1038"/>
                  </a:lnTo>
                  <a:lnTo>
                    <a:pt x="1059" y="641"/>
                  </a:lnTo>
                  <a:lnTo>
                    <a:pt x="1063" y="1335"/>
                  </a:lnTo>
                  <a:lnTo>
                    <a:pt x="1067" y="734"/>
                  </a:lnTo>
                  <a:lnTo>
                    <a:pt x="1071" y="1381"/>
                  </a:lnTo>
                  <a:lnTo>
                    <a:pt x="1076" y="1005"/>
                  </a:lnTo>
                  <a:lnTo>
                    <a:pt x="1080" y="1131"/>
                  </a:lnTo>
                  <a:lnTo>
                    <a:pt x="1084" y="817"/>
                  </a:lnTo>
                  <a:lnTo>
                    <a:pt x="1088" y="873"/>
                  </a:lnTo>
                  <a:lnTo>
                    <a:pt x="1092" y="878"/>
                  </a:lnTo>
                  <a:lnTo>
                    <a:pt x="1096" y="1130"/>
                  </a:lnTo>
                  <a:lnTo>
                    <a:pt x="1104" y="373"/>
                  </a:lnTo>
                  <a:lnTo>
                    <a:pt x="1108" y="1130"/>
                  </a:lnTo>
                  <a:lnTo>
                    <a:pt x="1112" y="1241"/>
                  </a:lnTo>
                  <a:lnTo>
                    <a:pt x="1116" y="1278"/>
                  </a:lnTo>
                  <a:lnTo>
                    <a:pt x="1120" y="1251"/>
                  </a:lnTo>
                  <a:lnTo>
                    <a:pt x="1128" y="1111"/>
                  </a:lnTo>
                  <a:lnTo>
                    <a:pt x="1132" y="850"/>
                  </a:lnTo>
                  <a:lnTo>
                    <a:pt x="1136" y="1060"/>
                  </a:lnTo>
                  <a:lnTo>
                    <a:pt x="1140" y="1026"/>
                  </a:lnTo>
                  <a:lnTo>
                    <a:pt x="1144" y="1027"/>
                  </a:lnTo>
                  <a:lnTo>
                    <a:pt x="1149" y="451"/>
                  </a:lnTo>
                  <a:lnTo>
                    <a:pt x="1161" y="1421"/>
                  </a:lnTo>
                  <a:lnTo>
                    <a:pt x="1165" y="732"/>
                  </a:lnTo>
                  <a:lnTo>
                    <a:pt x="1169" y="833"/>
                  </a:lnTo>
                  <a:lnTo>
                    <a:pt x="1173" y="466"/>
                  </a:lnTo>
                  <a:lnTo>
                    <a:pt x="1181" y="1313"/>
                  </a:lnTo>
                  <a:lnTo>
                    <a:pt x="1185" y="1326"/>
                  </a:lnTo>
                  <a:lnTo>
                    <a:pt x="1189" y="1220"/>
                  </a:lnTo>
                  <a:lnTo>
                    <a:pt x="1193" y="351"/>
                  </a:lnTo>
                  <a:lnTo>
                    <a:pt x="1197" y="1388"/>
                  </a:lnTo>
                  <a:lnTo>
                    <a:pt x="1201" y="925"/>
                  </a:lnTo>
                  <a:lnTo>
                    <a:pt x="1205" y="1158"/>
                  </a:lnTo>
                  <a:lnTo>
                    <a:pt x="1209" y="1219"/>
                  </a:lnTo>
                  <a:lnTo>
                    <a:pt x="1213" y="1102"/>
                  </a:lnTo>
                  <a:lnTo>
                    <a:pt x="1226" y="359"/>
                  </a:lnTo>
                  <a:lnTo>
                    <a:pt x="1230" y="335"/>
                  </a:lnTo>
                  <a:lnTo>
                    <a:pt x="1238" y="765"/>
                  </a:lnTo>
                  <a:lnTo>
                    <a:pt x="1246" y="400"/>
                  </a:lnTo>
                  <a:lnTo>
                    <a:pt x="1250" y="429"/>
                  </a:lnTo>
                  <a:lnTo>
                    <a:pt x="1254" y="1042"/>
                  </a:lnTo>
                  <a:lnTo>
                    <a:pt x="1258" y="962"/>
                  </a:lnTo>
                  <a:lnTo>
                    <a:pt x="1262" y="1346"/>
                  </a:lnTo>
                  <a:lnTo>
                    <a:pt x="1266" y="1431"/>
                  </a:lnTo>
                  <a:lnTo>
                    <a:pt x="1270" y="717"/>
                  </a:lnTo>
                  <a:lnTo>
                    <a:pt x="1274" y="1055"/>
                  </a:lnTo>
                  <a:lnTo>
                    <a:pt x="1278" y="1188"/>
                  </a:lnTo>
                  <a:lnTo>
                    <a:pt x="1282" y="1022"/>
                  </a:lnTo>
                  <a:lnTo>
                    <a:pt x="1286" y="1245"/>
                  </a:lnTo>
                  <a:lnTo>
                    <a:pt x="1290" y="642"/>
                  </a:lnTo>
                  <a:lnTo>
                    <a:pt x="1295" y="656"/>
                  </a:lnTo>
                  <a:lnTo>
                    <a:pt x="1299" y="1247"/>
                  </a:lnTo>
                  <a:lnTo>
                    <a:pt x="1303" y="1247"/>
                  </a:lnTo>
                  <a:lnTo>
                    <a:pt x="1307" y="1258"/>
                  </a:lnTo>
                  <a:lnTo>
                    <a:pt x="1311" y="774"/>
                  </a:lnTo>
                  <a:lnTo>
                    <a:pt x="1315" y="1580"/>
                  </a:lnTo>
                  <a:lnTo>
                    <a:pt x="1319" y="1389"/>
                  </a:lnTo>
                  <a:lnTo>
                    <a:pt x="1327" y="1435"/>
                  </a:lnTo>
                  <a:lnTo>
                    <a:pt x="1331" y="1199"/>
                  </a:lnTo>
                  <a:lnTo>
                    <a:pt x="1335" y="593"/>
                  </a:lnTo>
                  <a:lnTo>
                    <a:pt x="1339" y="1213"/>
                  </a:lnTo>
                  <a:lnTo>
                    <a:pt x="1343" y="1227"/>
                  </a:lnTo>
                  <a:lnTo>
                    <a:pt x="1347" y="1474"/>
                  </a:lnTo>
                  <a:lnTo>
                    <a:pt x="1355" y="1358"/>
                  </a:lnTo>
                  <a:lnTo>
                    <a:pt x="1359" y="1622"/>
                  </a:lnTo>
                  <a:lnTo>
                    <a:pt x="1363" y="618"/>
                  </a:lnTo>
                  <a:lnTo>
                    <a:pt x="1368" y="1544"/>
                  </a:lnTo>
                  <a:lnTo>
                    <a:pt x="1372" y="716"/>
                  </a:lnTo>
                  <a:lnTo>
                    <a:pt x="1376" y="1435"/>
                  </a:lnTo>
                  <a:lnTo>
                    <a:pt x="1380" y="634"/>
                  </a:lnTo>
                  <a:lnTo>
                    <a:pt x="1384" y="1304"/>
                  </a:lnTo>
                  <a:lnTo>
                    <a:pt x="1388" y="1435"/>
                  </a:lnTo>
                  <a:lnTo>
                    <a:pt x="1392" y="773"/>
                  </a:lnTo>
                  <a:lnTo>
                    <a:pt x="1396" y="613"/>
                  </a:lnTo>
                  <a:lnTo>
                    <a:pt x="1404" y="853"/>
                  </a:lnTo>
                  <a:lnTo>
                    <a:pt x="1408" y="399"/>
                  </a:lnTo>
                  <a:lnTo>
                    <a:pt x="1412" y="801"/>
                  </a:lnTo>
                  <a:lnTo>
                    <a:pt x="1416" y="344"/>
                  </a:lnTo>
                  <a:lnTo>
                    <a:pt x="1420" y="278"/>
                  </a:lnTo>
                  <a:lnTo>
                    <a:pt x="1424" y="990"/>
                  </a:lnTo>
                  <a:lnTo>
                    <a:pt x="1432" y="1063"/>
                  </a:lnTo>
                  <a:lnTo>
                    <a:pt x="1441" y="869"/>
                  </a:lnTo>
                  <a:lnTo>
                    <a:pt x="1445" y="1031"/>
                  </a:lnTo>
                  <a:lnTo>
                    <a:pt x="1449" y="510"/>
                  </a:lnTo>
                  <a:lnTo>
                    <a:pt x="1453" y="1189"/>
                  </a:lnTo>
                  <a:lnTo>
                    <a:pt x="1461" y="1015"/>
                  </a:lnTo>
                  <a:lnTo>
                    <a:pt x="1465" y="1224"/>
                  </a:lnTo>
                  <a:lnTo>
                    <a:pt x="1469" y="1204"/>
                  </a:lnTo>
                  <a:lnTo>
                    <a:pt x="1477" y="1019"/>
                  </a:lnTo>
                  <a:lnTo>
                    <a:pt x="1481" y="1258"/>
                  </a:lnTo>
                  <a:lnTo>
                    <a:pt x="1485" y="559"/>
                  </a:lnTo>
                  <a:lnTo>
                    <a:pt x="1489" y="1426"/>
                  </a:lnTo>
                  <a:lnTo>
                    <a:pt x="1493" y="847"/>
                  </a:lnTo>
                  <a:lnTo>
                    <a:pt x="1497" y="1483"/>
                  </a:lnTo>
                  <a:lnTo>
                    <a:pt x="1501" y="1276"/>
                  </a:lnTo>
                  <a:lnTo>
                    <a:pt x="1505" y="1454"/>
                  </a:lnTo>
                  <a:lnTo>
                    <a:pt x="1509" y="1448"/>
                  </a:lnTo>
                  <a:lnTo>
                    <a:pt x="1514" y="617"/>
                  </a:lnTo>
                  <a:lnTo>
                    <a:pt x="1518" y="899"/>
                  </a:lnTo>
                  <a:lnTo>
                    <a:pt x="1522" y="775"/>
                  </a:lnTo>
                  <a:lnTo>
                    <a:pt x="1526" y="788"/>
                  </a:lnTo>
                  <a:lnTo>
                    <a:pt x="1530" y="926"/>
                  </a:lnTo>
                  <a:lnTo>
                    <a:pt x="1534" y="568"/>
                  </a:lnTo>
                  <a:lnTo>
                    <a:pt x="1538" y="726"/>
                  </a:lnTo>
                  <a:lnTo>
                    <a:pt x="1542" y="726"/>
                  </a:lnTo>
                  <a:lnTo>
                    <a:pt x="1546" y="1283"/>
                  </a:lnTo>
                  <a:lnTo>
                    <a:pt x="1550" y="463"/>
                  </a:lnTo>
                  <a:lnTo>
                    <a:pt x="1554" y="1326"/>
                  </a:lnTo>
                  <a:lnTo>
                    <a:pt x="1562" y="685"/>
                  </a:lnTo>
                  <a:lnTo>
                    <a:pt x="1566" y="785"/>
                  </a:lnTo>
                  <a:lnTo>
                    <a:pt x="1570" y="955"/>
                  </a:lnTo>
                  <a:lnTo>
                    <a:pt x="1574" y="353"/>
                  </a:lnTo>
                  <a:lnTo>
                    <a:pt x="1578" y="827"/>
                  </a:lnTo>
                  <a:lnTo>
                    <a:pt x="1587" y="1175"/>
                  </a:lnTo>
                  <a:lnTo>
                    <a:pt x="1591" y="904"/>
                  </a:lnTo>
                  <a:lnTo>
                    <a:pt x="1595" y="859"/>
                  </a:lnTo>
                  <a:lnTo>
                    <a:pt x="1599" y="898"/>
                  </a:lnTo>
                  <a:lnTo>
                    <a:pt x="1603" y="438"/>
                  </a:lnTo>
                  <a:lnTo>
                    <a:pt x="1607" y="482"/>
                  </a:lnTo>
                  <a:lnTo>
                    <a:pt x="1611" y="378"/>
                  </a:lnTo>
                  <a:lnTo>
                    <a:pt x="1615" y="374"/>
                  </a:lnTo>
                  <a:lnTo>
                    <a:pt x="1619" y="458"/>
                  </a:lnTo>
                  <a:lnTo>
                    <a:pt x="1623" y="443"/>
                  </a:lnTo>
                  <a:lnTo>
                    <a:pt x="1627" y="518"/>
                  </a:lnTo>
                  <a:lnTo>
                    <a:pt x="1631" y="1044"/>
                  </a:lnTo>
                  <a:lnTo>
                    <a:pt x="1635" y="1256"/>
                  </a:lnTo>
                  <a:lnTo>
                    <a:pt x="1639" y="898"/>
                  </a:lnTo>
                  <a:lnTo>
                    <a:pt x="1643" y="987"/>
                  </a:lnTo>
                  <a:lnTo>
                    <a:pt x="1647" y="1391"/>
                  </a:lnTo>
                  <a:lnTo>
                    <a:pt x="1651" y="617"/>
                  </a:lnTo>
                  <a:lnTo>
                    <a:pt x="1655" y="891"/>
                  </a:lnTo>
                  <a:lnTo>
                    <a:pt x="1664" y="855"/>
                  </a:lnTo>
                  <a:lnTo>
                    <a:pt x="1668" y="754"/>
                  </a:lnTo>
                  <a:lnTo>
                    <a:pt x="1672" y="864"/>
                  </a:lnTo>
                  <a:lnTo>
                    <a:pt x="1676" y="410"/>
                  </a:lnTo>
                  <a:lnTo>
                    <a:pt x="1680" y="799"/>
                  </a:lnTo>
                  <a:lnTo>
                    <a:pt x="1684" y="855"/>
                  </a:lnTo>
                  <a:lnTo>
                    <a:pt x="1688" y="995"/>
                  </a:lnTo>
                  <a:lnTo>
                    <a:pt x="1696" y="753"/>
                  </a:lnTo>
                  <a:lnTo>
                    <a:pt x="1700" y="718"/>
                  </a:lnTo>
                  <a:lnTo>
                    <a:pt x="1704" y="503"/>
                  </a:lnTo>
                  <a:lnTo>
                    <a:pt x="1712" y="1292"/>
                  </a:lnTo>
                  <a:lnTo>
                    <a:pt x="1716" y="1161"/>
                  </a:lnTo>
                  <a:lnTo>
                    <a:pt x="1720" y="829"/>
                  </a:lnTo>
                  <a:lnTo>
                    <a:pt x="1724" y="1436"/>
                  </a:lnTo>
                  <a:lnTo>
                    <a:pt x="1728" y="539"/>
                  </a:lnTo>
                  <a:lnTo>
                    <a:pt x="1732" y="578"/>
                  </a:lnTo>
                  <a:lnTo>
                    <a:pt x="1737" y="1143"/>
                  </a:lnTo>
                  <a:lnTo>
                    <a:pt x="1741" y="1158"/>
                  </a:lnTo>
                  <a:lnTo>
                    <a:pt x="1745" y="1359"/>
                  </a:lnTo>
                  <a:lnTo>
                    <a:pt x="1749" y="1299"/>
                  </a:lnTo>
                  <a:lnTo>
                    <a:pt x="1753" y="1336"/>
                  </a:lnTo>
                  <a:lnTo>
                    <a:pt x="1761" y="1455"/>
                  </a:lnTo>
                  <a:lnTo>
                    <a:pt x="1773" y="1279"/>
                  </a:lnTo>
                  <a:lnTo>
                    <a:pt x="1777" y="619"/>
                  </a:lnTo>
                  <a:lnTo>
                    <a:pt x="1781" y="592"/>
                  </a:lnTo>
                  <a:lnTo>
                    <a:pt x="1785" y="458"/>
                  </a:lnTo>
                  <a:lnTo>
                    <a:pt x="1789" y="1274"/>
                  </a:lnTo>
                  <a:lnTo>
                    <a:pt x="1793" y="1201"/>
                  </a:lnTo>
                  <a:lnTo>
                    <a:pt x="1797" y="1011"/>
                  </a:lnTo>
                  <a:lnTo>
                    <a:pt x="1801" y="1027"/>
                  </a:lnTo>
                  <a:lnTo>
                    <a:pt x="1805" y="593"/>
                  </a:lnTo>
                  <a:lnTo>
                    <a:pt x="1810" y="1292"/>
                  </a:lnTo>
                  <a:lnTo>
                    <a:pt x="1814" y="1187"/>
                  </a:lnTo>
                  <a:lnTo>
                    <a:pt x="1818" y="1438"/>
                  </a:lnTo>
                  <a:lnTo>
                    <a:pt x="1822" y="1491"/>
                  </a:lnTo>
                  <a:lnTo>
                    <a:pt x="1826" y="1375"/>
                  </a:lnTo>
                  <a:lnTo>
                    <a:pt x="1830" y="1407"/>
                  </a:lnTo>
                  <a:lnTo>
                    <a:pt x="1834" y="1296"/>
                  </a:lnTo>
                  <a:lnTo>
                    <a:pt x="1838" y="1271"/>
                  </a:lnTo>
                  <a:lnTo>
                    <a:pt x="1842" y="1059"/>
                  </a:lnTo>
                  <a:lnTo>
                    <a:pt x="1846" y="1044"/>
                  </a:lnTo>
                  <a:lnTo>
                    <a:pt x="1854" y="1259"/>
                  </a:lnTo>
                  <a:lnTo>
                    <a:pt x="1858" y="1478"/>
                  </a:lnTo>
                  <a:lnTo>
                    <a:pt x="1862" y="932"/>
                  </a:lnTo>
                  <a:lnTo>
                    <a:pt x="1866" y="942"/>
                  </a:lnTo>
                  <a:lnTo>
                    <a:pt x="1870" y="1121"/>
                  </a:lnTo>
                  <a:lnTo>
                    <a:pt x="1874" y="784"/>
                  </a:lnTo>
                  <a:lnTo>
                    <a:pt x="1878" y="964"/>
                  </a:lnTo>
                  <a:lnTo>
                    <a:pt x="1883" y="756"/>
                  </a:lnTo>
                  <a:lnTo>
                    <a:pt x="1887" y="939"/>
                  </a:lnTo>
                  <a:lnTo>
                    <a:pt x="1891" y="1428"/>
                  </a:lnTo>
                  <a:lnTo>
                    <a:pt x="1895" y="880"/>
                  </a:lnTo>
                  <a:lnTo>
                    <a:pt x="1899" y="1025"/>
                  </a:lnTo>
                  <a:lnTo>
                    <a:pt x="1903" y="924"/>
                  </a:lnTo>
                  <a:lnTo>
                    <a:pt x="1907" y="1296"/>
                  </a:lnTo>
                  <a:lnTo>
                    <a:pt x="1911" y="1063"/>
                  </a:lnTo>
                  <a:lnTo>
                    <a:pt x="1919" y="1144"/>
                  </a:lnTo>
                  <a:lnTo>
                    <a:pt x="1923" y="933"/>
                  </a:lnTo>
                  <a:lnTo>
                    <a:pt x="1927" y="906"/>
                  </a:lnTo>
                  <a:lnTo>
                    <a:pt x="1931" y="928"/>
                  </a:lnTo>
                  <a:lnTo>
                    <a:pt x="1935" y="1302"/>
                  </a:lnTo>
                  <a:lnTo>
                    <a:pt x="1939" y="1085"/>
                  </a:lnTo>
                  <a:lnTo>
                    <a:pt x="1943" y="993"/>
                  </a:lnTo>
                  <a:lnTo>
                    <a:pt x="1947" y="1258"/>
                  </a:lnTo>
                  <a:lnTo>
                    <a:pt x="1951" y="1077"/>
                  </a:lnTo>
                  <a:lnTo>
                    <a:pt x="1956" y="1334"/>
                  </a:lnTo>
                  <a:lnTo>
                    <a:pt x="1960" y="1247"/>
                  </a:lnTo>
                  <a:lnTo>
                    <a:pt x="1964" y="1039"/>
                  </a:lnTo>
                  <a:lnTo>
                    <a:pt x="1972" y="1258"/>
                  </a:lnTo>
                  <a:lnTo>
                    <a:pt x="1976" y="1073"/>
                  </a:lnTo>
                  <a:lnTo>
                    <a:pt x="1980" y="1301"/>
                  </a:lnTo>
                  <a:lnTo>
                    <a:pt x="1984" y="1293"/>
                  </a:lnTo>
                  <a:lnTo>
                    <a:pt x="1988" y="1026"/>
                  </a:lnTo>
                  <a:lnTo>
                    <a:pt x="1992" y="950"/>
                  </a:lnTo>
                  <a:lnTo>
                    <a:pt x="1996" y="1055"/>
                  </a:lnTo>
                  <a:lnTo>
                    <a:pt x="2000" y="1265"/>
                  </a:lnTo>
                  <a:lnTo>
                    <a:pt x="2004" y="1716"/>
                  </a:lnTo>
                  <a:lnTo>
                    <a:pt x="2008" y="824"/>
                  </a:lnTo>
                  <a:lnTo>
                    <a:pt x="2012" y="1426"/>
                  </a:lnTo>
                  <a:lnTo>
                    <a:pt x="2016" y="883"/>
                  </a:lnTo>
                  <a:lnTo>
                    <a:pt x="2020" y="1530"/>
                  </a:lnTo>
                  <a:lnTo>
                    <a:pt x="2024" y="985"/>
                  </a:lnTo>
                  <a:lnTo>
                    <a:pt x="2029" y="1401"/>
                  </a:lnTo>
                  <a:lnTo>
                    <a:pt x="2033" y="831"/>
                  </a:lnTo>
                  <a:lnTo>
                    <a:pt x="2037" y="860"/>
                  </a:lnTo>
                  <a:lnTo>
                    <a:pt x="2041" y="700"/>
                  </a:lnTo>
                  <a:lnTo>
                    <a:pt x="2049" y="947"/>
                  </a:lnTo>
                  <a:lnTo>
                    <a:pt x="2053" y="906"/>
                  </a:lnTo>
                  <a:lnTo>
                    <a:pt x="2057" y="1072"/>
                  </a:lnTo>
                  <a:lnTo>
                    <a:pt x="2061" y="839"/>
                  </a:lnTo>
                  <a:lnTo>
                    <a:pt x="2065" y="856"/>
                  </a:lnTo>
                  <a:lnTo>
                    <a:pt x="2069" y="982"/>
                  </a:lnTo>
                  <a:lnTo>
                    <a:pt x="2073" y="1589"/>
                  </a:lnTo>
                  <a:lnTo>
                    <a:pt x="2077" y="988"/>
                  </a:lnTo>
                  <a:lnTo>
                    <a:pt x="2085" y="853"/>
                  </a:lnTo>
                  <a:lnTo>
                    <a:pt x="2089" y="1734"/>
                  </a:lnTo>
                  <a:lnTo>
                    <a:pt x="2093" y="724"/>
                  </a:lnTo>
                  <a:lnTo>
                    <a:pt x="2097" y="810"/>
                  </a:lnTo>
                  <a:lnTo>
                    <a:pt x="2102" y="845"/>
                  </a:lnTo>
                  <a:lnTo>
                    <a:pt x="2106" y="1405"/>
                  </a:lnTo>
                  <a:lnTo>
                    <a:pt x="2114" y="626"/>
                  </a:lnTo>
                  <a:lnTo>
                    <a:pt x="2118" y="935"/>
                  </a:lnTo>
                  <a:lnTo>
                    <a:pt x="2122" y="919"/>
                  </a:lnTo>
                  <a:lnTo>
                    <a:pt x="2126" y="1194"/>
                  </a:lnTo>
                  <a:lnTo>
                    <a:pt x="2130" y="952"/>
                  </a:lnTo>
                  <a:lnTo>
                    <a:pt x="2134" y="1903"/>
                  </a:lnTo>
                  <a:lnTo>
                    <a:pt x="2138" y="1099"/>
                  </a:lnTo>
                  <a:lnTo>
                    <a:pt x="2142" y="883"/>
                  </a:lnTo>
                  <a:lnTo>
                    <a:pt x="2146" y="1518"/>
                  </a:lnTo>
                  <a:lnTo>
                    <a:pt x="2150" y="1458"/>
                  </a:lnTo>
                  <a:lnTo>
                    <a:pt x="2158" y="677"/>
                  </a:lnTo>
                  <a:lnTo>
                    <a:pt x="2162" y="1268"/>
                  </a:lnTo>
                  <a:lnTo>
                    <a:pt x="2166" y="1055"/>
                  </a:lnTo>
                  <a:lnTo>
                    <a:pt x="2175" y="1352"/>
                  </a:lnTo>
                  <a:lnTo>
                    <a:pt x="2179" y="670"/>
                  </a:lnTo>
                  <a:lnTo>
                    <a:pt x="2183" y="617"/>
                  </a:lnTo>
                  <a:lnTo>
                    <a:pt x="2187" y="735"/>
                  </a:lnTo>
                  <a:lnTo>
                    <a:pt x="2191" y="1008"/>
                  </a:lnTo>
                  <a:lnTo>
                    <a:pt x="2195" y="821"/>
                  </a:lnTo>
                  <a:lnTo>
                    <a:pt x="2199" y="1018"/>
                  </a:lnTo>
                  <a:lnTo>
                    <a:pt x="2203" y="853"/>
                  </a:lnTo>
                  <a:lnTo>
                    <a:pt x="2207" y="926"/>
                  </a:lnTo>
                  <a:lnTo>
                    <a:pt x="2215" y="1466"/>
                  </a:lnTo>
                  <a:lnTo>
                    <a:pt x="2223" y="993"/>
                  </a:lnTo>
                  <a:lnTo>
                    <a:pt x="2227" y="1360"/>
                  </a:lnTo>
                  <a:lnTo>
                    <a:pt x="2235" y="1168"/>
                  </a:lnTo>
                  <a:lnTo>
                    <a:pt x="2243" y="783"/>
                  </a:lnTo>
                  <a:lnTo>
                    <a:pt x="2248" y="952"/>
                  </a:lnTo>
                  <a:lnTo>
                    <a:pt x="2252" y="1343"/>
                  </a:lnTo>
                  <a:lnTo>
                    <a:pt x="2256" y="816"/>
                  </a:lnTo>
                  <a:lnTo>
                    <a:pt x="2260" y="600"/>
                  </a:lnTo>
                  <a:lnTo>
                    <a:pt x="2264" y="767"/>
                  </a:lnTo>
                  <a:lnTo>
                    <a:pt x="2268" y="1029"/>
                  </a:lnTo>
                  <a:lnTo>
                    <a:pt x="2272" y="853"/>
                  </a:lnTo>
                  <a:lnTo>
                    <a:pt x="2276" y="969"/>
                  </a:lnTo>
                  <a:lnTo>
                    <a:pt x="2280" y="1642"/>
                  </a:lnTo>
                  <a:lnTo>
                    <a:pt x="2288" y="1420"/>
                  </a:lnTo>
                  <a:lnTo>
                    <a:pt x="2296" y="466"/>
                  </a:lnTo>
                  <a:lnTo>
                    <a:pt x="2300" y="716"/>
                  </a:lnTo>
                  <a:lnTo>
                    <a:pt x="2304" y="729"/>
                  </a:lnTo>
                  <a:lnTo>
                    <a:pt x="2308" y="975"/>
                  </a:lnTo>
                  <a:lnTo>
                    <a:pt x="2312" y="1589"/>
                  </a:lnTo>
                  <a:lnTo>
                    <a:pt x="2316" y="1310"/>
                  </a:lnTo>
                  <a:lnTo>
                    <a:pt x="2321" y="742"/>
                  </a:lnTo>
                  <a:lnTo>
                    <a:pt x="2325" y="663"/>
                  </a:lnTo>
                  <a:lnTo>
                    <a:pt x="2329" y="1283"/>
                  </a:lnTo>
                  <a:lnTo>
                    <a:pt x="2333" y="1465"/>
                  </a:lnTo>
                  <a:lnTo>
                    <a:pt x="2337" y="1440"/>
                  </a:lnTo>
                  <a:lnTo>
                    <a:pt x="2341" y="1436"/>
                  </a:lnTo>
                  <a:lnTo>
                    <a:pt x="2345" y="560"/>
                  </a:lnTo>
                  <a:lnTo>
                    <a:pt x="2349" y="1340"/>
                  </a:lnTo>
                  <a:lnTo>
                    <a:pt x="2353" y="1352"/>
                  </a:lnTo>
                  <a:lnTo>
                    <a:pt x="2357" y="1275"/>
                  </a:lnTo>
                  <a:lnTo>
                    <a:pt x="2361" y="1251"/>
                  </a:lnTo>
                  <a:lnTo>
                    <a:pt x="2365" y="1299"/>
                  </a:lnTo>
                  <a:lnTo>
                    <a:pt x="2369" y="1292"/>
                  </a:lnTo>
                  <a:lnTo>
                    <a:pt x="2373" y="1169"/>
                  </a:lnTo>
                  <a:lnTo>
                    <a:pt x="2377" y="1347"/>
                  </a:lnTo>
                  <a:lnTo>
                    <a:pt x="2381" y="1092"/>
                  </a:lnTo>
                  <a:lnTo>
                    <a:pt x="2385" y="582"/>
                  </a:lnTo>
                  <a:lnTo>
                    <a:pt x="2389" y="688"/>
                  </a:lnTo>
                  <a:lnTo>
                    <a:pt x="2393" y="733"/>
                  </a:lnTo>
                  <a:lnTo>
                    <a:pt x="2398" y="722"/>
                  </a:lnTo>
                  <a:lnTo>
                    <a:pt x="2402" y="746"/>
                  </a:lnTo>
                  <a:lnTo>
                    <a:pt x="2410" y="950"/>
                  </a:lnTo>
                  <a:lnTo>
                    <a:pt x="2414" y="901"/>
                  </a:lnTo>
                  <a:lnTo>
                    <a:pt x="2418" y="727"/>
                  </a:lnTo>
                  <a:lnTo>
                    <a:pt x="2422" y="869"/>
                  </a:lnTo>
                  <a:lnTo>
                    <a:pt x="2426" y="1478"/>
                  </a:lnTo>
                  <a:lnTo>
                    <a:pt x="2430" y="917"/>
                  </a:lnTo>
                  <a:lnTo>
                    <a:pt x="2438" y="1572"/>
                  </a:lnTo>
                  <a:lnTo>
                    <a:pt x="2446" y="1236"/>
                  </a:lnTo>
                  <a:lnTo>
                    <a:pt x="2450" y="621"/>
                  </a:lnTo>
                  <a:lnTo>
                    <a:pt x="2454" y="1351"/>
                  </a:lnTo>
                  <a:lnTo>
                    <a:pt x="2458" y="587"/>
                  </a:lnTo>
                  <a:lnTo>
                    <a:pt x="2462" y="630"/>
                  </a:lnTo>
                  <a:lnTo>
                    <a:pt x="2466" y="699"/>
                  </a:lnTo>
                  <a:lnTo>
                    <a:pt x="2471" y="481"/>
                  </a:lnTo>
                  <a:lnTo>
                    <a:pt x="2475" y="1484"/>
                  </a:lnTo>
                  <a:lnTo>
                    <a:pt x="2479" y="584"/>
                  </a:lnTo>
                  <a:lnTo>
                    <a:pt x="2483" y="1397"/>
                  </a:lnTo>
                  <a:lnTo>
                    <a:pt x="2487" y="1545"/>
                  </a:lnTo>
                  <a:lnTo>
                    <a:pt x="2491" y="771"/>
                  </a:lnTo>
                  <a:lnTo>
                    <a:pt x="2495" y="920"/>
                  </a:lnTo>
                  <a:lnTo>
                    <a:pt x="2499" y="645"/>
                  </a:lnTo>
                  <a:lnTo>
                    <a:pt x="2503" y="795"/>
                  </a:lnTo>
                  <a:lnTo>
                    <a:pt x="2507" y="767"/>
                  </a:lnTo>
                  <a:lnTo>
                    <a:pt x="2511" y="640"/>
                  </a:lnTo>
                  <a:lnTo>
                    <a:pt x="2515" y="1303"/>
                  </a:lnTo>
                  <a:lnTo>
                    <a:pt x="2519" y="792"/>
                  </a:lnTo>
                  <a:lnTo>
                    <a:pt x="2523" y="582"/>
                  </a:lnTo>
                  <a:lnTo>
                    <a:pt x="2527" y="641"/>
                  </a:lnTo>
                  <a:lnTo>
                    <a:pt x="2531" y="1521"/>
                  </a:lnTo>
                  <a:lnTo>
                    <a:pt x="2535" y="886"/>
                  </a:lnTo>
                  <a:lnTo>
                    <a:pt x="2539" y="1032"/>
                  </a:lnTo>
                  <a:lnTo>
                    <a:pt x="2544" y="788"/>
                  </a:lnTo>
                  <a:lnTo>
                    <a:pt x="2548" y="800"/>
                  </a:lnTo>
                  <a:lnTo>
                    <a:pt x="2556" y="869"/>
                  </a:lnTo>
                  <a:lnTo>
                    <a:pt x="2560" y="814"/>
                  </a:lnTo>
                  <a:lnTo>
                    <a:pt x="2564" y="822"/>
                  </a:lnTo>
                  <a:lnTo>
                    <a:pt x="2568" y="1018"/>
                  </a:lnTo>
                  <a:lnTo>
                    <a:pt x="2572" y="740"/>
                  </a:lnTo>
                  <a:lnTo>
                    <a:pt x="2580" y="1098"/>
                  </a:lnTo>
                  <a:lnTo>
                    <a:pt x="2588" y="722"/>
                  </a:lnTo>
                  <a:lnTo>
                    <a:pt x="2592" y="791"/>
                  </a:lnTo>
                  <a:lnTo>
                    <a:pt x="2596" y="674"/>
                  </a:lnTo>
                  <a:lnTo>
                    <a:pt x="2600" y="785"/>
                  </a:lnTo>
                  <a:lnTo>
                    <a:pt x="2604" y="1165"/>
                  </a:lnTo>
                  <a:lnTo>
                    <a:pt x="2612" y="544"/>
                  </a:lnTo>
                  <a:lnTo>
                    <a:pt x="2617" y="579"/>
                  </a:lnTo>
                  <a:lnTo>
                    <a:pt x="2621" y="1399"/>
                  </a:lnTo>
                  <a:lnTo>
                    <a:pt x="2625" y="652"/>
                  </a:lnTo>
                  <a:lnTo>
                    <a:pt x="2629" y="447"/>
                  </a:lnTo>
                  <a:lnTo>
                    <a:pt x="2633" y="726"/>
                  </a:lnTo>
                  <a:lnTo>
                    <a:pt x="2637" y="779"/>
                  </a:lnTo>
                  <a:lnTo>
                    <a:pt x="2641" y="576"/>
                  </a:lnTo>
                  <a:lnTo>
                    <a:pt x="2645" y="745"/>
                  </a:lnTo>
                  <a:lnTo>
                    <a:pt x="2649" y="204"/>
                  </a:lnTo>
                  <a:lnTo>
                    <a:pt x="2653" y="350"/>
                  </a:lnTo>
                  <a:lnTo>
                    <a:pt x="2657" y="1080"/>
                  </a:lnTo>
                  <a:lnTo>
                    <a:pt x="2661" y="513"/>
                  </a:lnTo>
                  <a:lnTo>
                    <a:pt x="2673" y="1692"/>
                  </a:lnTo>
                  <a:lnTo>
                    <a:pt x="2677" y="924"/>
                  </a:lnTo>
                  <a:lnTo>
                    <a:pt x="2681" y="1145"/>
                  </a:lnTo>
                  <a:lnTo>
                    <a:pt x="2685" y="773"/>
                  </a:lnTo>
                  <a:lnTo>
                    <a:pt x="2690" y="1475"/>
                  </a:lnTo>
                  <a:lnTo>
                    <a:pt x="2694" y="849"/>
                  </a:lnTo>
                  <a:lnTo>
                    <a:pt x="2698" y="1361"/>
                  </a:lnTo>
                  <a:lnTo>
                    <a:pt x="2702" y="1406"/>
                  </a:lnTo>
                  <a:lnTo>
                    <a:pt x="2706" y="1194"/>
                  </a:lnTo>
                  <a:lnTo>
                    <a:pt x="2710" y="1351"/>
                  </a:lnTo>
                  <a:lnTo>
                    <a:pt x="2714" y="1188"/>
                  </a:lnTo>
                  <a:lnTo>
                    <a:pt x="2718" y="568"/>
                  </a:lnTo>
                  <a:lnTo>
                    <a:pt x="2722" y="1030"/>
                  </a:lnTo>
                  <a:lnTo>
                    <a:pt x="2730" y="1065"/>
                  </a:lnTo>
                  <a:lnTo>
                    <a:pt x="2734" y="643"/>
                  </a:lnTo>
                  <a:lnTo>
                    <a:pt x="2738" y="1169"/>
                  </a:lnTo>
                  <a:lnTo>
                    <a:pt x="2742" y="935"/>
                  </a:lnTo>
                  <a:lnTo>
                    <a:pt x="2750" y="1537"/>
                  </a:lnTo>
                  <a:lnTo>
                    <a:pt x="2754" y="669"/>
                  </a:lnTo>
                  <a:lnTo>
                    <a:pt x="2758" y="856"/>
                  </a:lnTo>
                  <a:lnTo>
                    <a:pt x="2763" y="832"/>
                  </a:lnTo>
                  <a:lnTo>
                    <a:pt x="2771" y="713"/>
                  </a:lnTo>
                  <a:lnTo>
                    <a:pt x="2775" y="831"/>
                  </a:lnTo>
                  <a:lnTo>
                    <a:pt x="2779" y="483"/>
                  </a:lnTo>
                  <a:lnTo>
                    <a:pt x="2783" y="369"/>
                  </a:lnTo>
                  <a:lnTo>
                    <a:pt x="2787" y="485"/>
                  </a:lnTo>
                  <a:lnTo>
                    <a:pt x="2791" y="1046"/>
                  </a:lnTo>
                  <a:lnTo>
                    <a:pt x="2795" y="1060"/>
                  </a:lnTo>
                  <a:lnTo>
                    <a:pt x="2799" y="784"/>
                  </a:lnTo>
                  <a:lnTo>
                    <a:pt x="2803" y="743"/>
                  </a:lnTo>
                  <a:lnTo>
                    <a:pt x="2807" y="850"/>
                  </a:lnTo>
                  <a:lnTo>
                    <a:pt x="2811" y="1025"/>
                  </a:lnTo>
                  <a:lnTo>
                    <a:pt x="2815" y="735"/>
                  </a:lnTo>
                  <a:lnTo>
                    <a:pt x="2819" y="753"/>
                  </a:lnTo>
                  <a:lnTo>
                    <a:pt x="2823" y="537"/>
                  </a:lnTo>
                  <a:lnTo>
                    <a:pt x="2827" y="1316"/>
                  </a:lnTo>
                  <a:lnTo>
                    <a:pt x="2831" y="1296"/>
                  </a:lnTo>
                  <a:lnTo>
                    <a:pt x="2836" y="1365"/>
                  </a:lnTo>
                  <a:lnTo>
                    <a:pt x="2840" y="1343"/>
                  </a:lnTo>
                  <a:lnTo>
                    <a:pt x="2844" y="1160"/>
                  </a:lnTo>
                  <a:lnTo>
                    <a:pt x="2848" y="471"/>
                  </a:lnTo>
                  <a:lnTo>
                    <a:pt x="2852" y="1122"/>
                  </a:lnTo>
                  <a:lnTo>
                    <a:pt x="2856" y="1108"/>
                  </a:lnTo>
                  <a:lnTo>
                    <a:pt x="2860" y="993"/>
                  </a:lnTo>
                  <a:lnTo>
                    <a:pt x="2864" y="559"/>
                  </a:lnTo>
                  <a:lnTo>
                    <a:pt x="2868" y="1298"/>
                  </a:lnTo>
                  <a:lnTo>
                    <a:pt x="2872" y="1069"/>
                  </a:lnTo>
                  <a:lnTo>
                    <a:pt x="2876" y="654"/>
                  </a:lnTo>
                  <a:lnTo>
                    <a:pt x="2880" y="1361"/>
                  </a:lnTo>
                  <a:lnTo>
                    <a:pt x="2884" y="1249"/>
                  </a:lnTo>
                  <a:lnTo>
                    <a:pt x="2888" y="1257"/>
                  </a:lnTo>
                  <a:lnTo>
                    <a:pt x="2892" y="1226"/>
                  </a:lnTo>
                  <a:lnTo>
                    <a:pt x="2896" y="1249"/>
                  </a:lnTo>
                  <a:lnTo>
                    <a:pt x="2900" y="1297"/>
                  </a:lnTo>
                  <a:lnTo>
                    <a:pt x="2904" y="714"/>
                  </a:lnTo>
                  <a:lnTo>
                    <a:pt x="2909" y="1277"/>
                  </a:lnTo>
                  <a:lnTo>
                    <a:pt x="2913" y="725"/>
                  </a:lnTo>
                  <a:lnTo>
                    <a:pt x="2917" y="827"/>
                  </a:lnTo>
                  <a:lnTo>
                    <a:pt x="2921" y="1638"/>
                  </a:lnTo>
                  <a:lnTo>
                    <a:pt x="2925" y="1658"/>
                  </a:lnTo>
                  <a:lnTo>
                    <a:pt x="2929" y="1335"/>
                  </a:lnTo>
                  <a:lnTo>
                    <a:pt x="2937" y="1110"/>
                  </a:lnTo>
                  <a:lnTo>
                    <a:pt x="2941" y="1424"/>
                  </a:lnTo>
                  <a:lnTo>
                    <a:pt x="2945" y="898"/>
                  </a:lnTo>
                  <a:lnTo>
                    <a:pt x="2953" y="1050"/>
                  </a:lnTo>
                  <a:lnTo>
                    <a:pt x="2957" y="161"/>
                  </a:lnTo>
                  <a:lnTo>
                    <a:pt x="2961" y="1149"/>
                  </a:lnTo>
                  <a:lnTo>
                    <a:pt x="2965" y="513"/>
                  </a:lnTo>
                  <a:lnTo>
                    <a:pt x="2969" y="588"/>
                  </a:lnTo>
                  <a:lnTo>
                    <a:pt x="2973" y="602"/>
                  </a:lnTo>
                  <a:lnTo>
                    <a:pt x="2977" y="677"/>
                  </a:lnTo>
                  <a:lnTo>
                    <a:pt x="2982" y="1397"/>
                  </a:lnTo>
                  <a:lnTo>
                    <a:pt x="2986" y="639"/>
                  </a:lnTo>
                  <a:lnTo>
                    <a:pt x="2990" y="1298"/>
                  </a:lnTo>
                  <a:lnTo>
                    <a:pt x="2994" y="1236"/>
                  </a:lnTo>
                  <a:lnTo>
                    <a:pt x="2998" y="1056"/>
                  </a:lnTo>
                  <a:lnTo>
                    <a:pt x="3002" y="1538"/>
                  </a:lnTo>
                  <a:lnTo>
                    <a:pt x="3006" y="725"/>
                  </a:lnTo>
                  <a:lnTo>
                    <a:pt x="3010" y="661"/>
                  </a:lnTo>
                  <a:lnTo>
                    <a:pt x="3022" y="1039"/>
                  </a:lnTo>
                  <a:lnTo>
                    <a:pt x="3026" y="1340"/>
                  </a:lnTo>
                  <a:lnTo>
                    <a:pt x="3030" y="1133"/>
                  </a:lnTo>
                  <a:lnTo>
                    <a:pt x="3034" y="1241"/>
                  </a:lnTo>
                  <a:lnTo>
                    <a:pt x="3038" y="1231"/>
                  </a:lnTo>
                  <a:lnTo>
                    <a:pt x="3042" y="1176"/>
                  </a:lnTo>
                  <a:lnTo>
                    <a:pt x="3046" y="1383"/>
                  </a:lnTo>
                  <a:lnTo>
                    <a:pt x="3050" y="1351"/>
                  </a:lnTo>
                  <a:lnTo>
                    <a:pt x="3055" y="846"/>
                  </a:lnTo>
                  <a:lnTo>
                    <a:pt x="3059" y="1547"/>
                  </a:lnTo>
                  <a:lnTo>
                    <a:pt x="3067" y="1402"/>
                  </a:lnTo>
                  <a:lnTo>
                    <a:pt x="3071" y="1414"/>
                  </a:lnTo>
                  <a:lnTo>
                    <a:pt x="3075" y="1093"/>
                  </a:lnTo>
                  <a:lnTo>
                    <a:pt x="3079" y="1105"/>
                  </a:lnTo>
                  <a:lnTo>
                    <a:pt x="3083" y="1106"/>
                  </a:lnTo>
                  <a:lnTo>
                    <a:pt x="3087" y="1016"/>
                  </a:lnTo>
                  <a:lnTo>
                    <a:pt x="3091" y="1200"/>
                  </a:lnTo>
                  <a:lnTo>
                    <a:pt x="3095" y="1226"/>
                  </a:lnTo>
                  <a:lnTo>
                    <a:pt x="3099" y="950"/>
                  </a:lnTo>
                  <a:lnTo>
                    <a:pt x="3103" y="860"/>
                  </a:lnTo>
                  <a:lnTo>
                    <a:pt x="3107" y="1064"/>
                  </a:lnTo>
                  <a:lnTo>
                    <a:pt x="3115" y="853"/>
                  </a:lnTo>
                  <a:lnTo>
                    <a:pt x="3119" y="1121"/>
                  </a:lnTo>
                  <a:lnTo>
                    <a:pt x="3123" y="1074"/>
                  </a:lnTo>
                  <a:lnTo>
                    <a:pt x="3128" y="916"/>
                  </a:lnTo>
                  <a:lnTo>
                    <a:pt x="3132" y="1358"/>
                  </a:lnTo>
                  <a:lnTo>
                    <a:pt x="3136" y="1245"/>
                  </a:lnTo>
                  <a:lnTo>
                    <a:pt x="3140" y="1257"/>
                  </a:lnTo>
                  <a:lnTo>
                    <a:pt x="3144" y="1450"/>
                  </a:lnTo>
                  <a:lnTo>
                    <a:pt x="3148" y="795"/>
                  </a:lnTo>
                  <a:lnTo>
                    <a:pt x="3152" y="742"/>
                  </a:lnTo>
                  <a:lnTo>
                    <a:pt x="3156" y="744"/>
                  </a:lnTo>
                  <a:lnTo>
                    <a:pt x="3160" y="1017"/>
                  </a:lnTo>
                  <a:lnTo>
                    <a:pt x="3164" y="835"/>
                  </a:lnTo>
                  <a:lnTo>
                    <a:pt x="3168" y="378"/>
                  </a:lnTo>
                  <a:lnTo>
                    <a:pt x="3172" y="872"/>
                  </a:lnTo>
                  <a:lnTo>
                    <a:pt x="3176" y="1007"/>
                  </a:lnTo>
                  <a:lnTo>
                    <a:pt x="3180" y="1062"/>
                  </a:lnTo>
                  <a:lnTo>
                    <a:pt x="3188" y="907"/>
                  </a:lnTo>
                  <a:lnTo>
                    <a:pt x="3192" y="907"/>
                  </a:lnTo>
                  <a:lnTo>
                    <a:pt x="3196" y="921"/>
                  </a:lnTo>
                  <a:lnTo>
                    <a:pt x="3200" y="1019"/>
                  </a:lnTo>
                  <a:lnTo>
                    <a:pt x="3205" y="976"/>
                  </a:lnTo>
                  <a:lnTo>
                    <a:pt x="3209" y="1081"/>
                  </a:lnTo>
                  <a:lnTo>
                    <a:pt x="3217" y="1638"/>
                  </a:lnTo>
                  <a:lnTo>
                    <a:pt x="3221" y="1083"/>
                  </a:lnTo>
                  <a:lnTo>
                    <a:pt x="3225" y="1520"/>
                  </a:lnTo>
                  <a:lnTo>
                    <a:pt x="3229" y="1680"/>
                  </a:lnTo>
                  <a:lnTo>
                    <a:pt x="3233" y="1575"/>
                  </a:lnTo>
                  <a:lnTo>
                    <a:pt x="3237" y="745"/>
                  </a:lnTo>
                  <a:lnTo>
                    <a:pt x="3241" y="886"/>
                  </a:lnTo>
                  <a:lnTo>
                    <a:pt x="3245" y="1337"/>
                  </a:lnTo>
                  <a:lnTo>
                    <a:pt x="3249" y="1334"/>
                  </a:lnTo>
                  <a:lnTo>
                    <a:pt x="3253" y="1131"/>
                  </a:lnTo>
                  <a:lnTo>
                    <a:pt x="3257" y="609"/>
                  </a:lnTo>
                  <a:lnTo>
                    <a:pt x="3261" y="1181"/>
                  </a:lnTo>
                  <a:lnTo>
                    <a:pt x="3269" y="1304"/>
                  </a:lnTo>
                  <a:lnTo>
                    <a:pt x="3273" y="572"/>
                  </a:lnTo>
                  <a:lnTo>
                    <a:pt x="3278" y="1237"/>
                  </a:lnTo>
                  <a:lnTo>
                    <a:pt x="3282" y="494"/>
                  </a:lnTo>
                  <a:lnTo>
                    <a:pt x="3286" y="388"/>
                  </a:lnTo>
                  <a:lnTo>
                    <a:pt x="3290" y="594"/>
                  </a:lnTo>
                  <a:lnTo>
                    <a:pt x="3294" y="1176"/>
                  </a:lnTo>
                  <a:lnTo>
                    <a:pt x="3298" y="1076"/>
                  </a:lnTo>
                  <a:lnTo>
                    <a:pt x="3302" y="1053"/>
                  </a:lnTo>
                  <a:lnTo>
                    <a:pt x="3310" y="1212"/>
                  </a:lnTo>
                  <a:lnTo>
                    <a:pt x="3318" y="951"/>
                  </a:lnTo>
                  <a:lnTo>
                    <a:pt x="3322" y="1146"/>
                  </a:lnTo>
                  <a:lnTo>
                    <a:pt x="3326" y="989"/>
                  </a:lnTo>
                  <a:lnTo>
                    <a:pt x="3330" y="512"/>
                  </a:lnTo>
                  <a:lnTo>
                    <a:pt x="3334" y="1305"/>
                  </a:lnTo>
                  <a:lnTo>
                    <a:pt x="3338" y="849"/>
                  </a:lnTo>
                  <a:lnTo>
                    <a:pt x="3342" y="786"/>
                  </a:lnTo>
                  <a:lnTo>
                    <a:pt x="3346" y="1394"/>
                  </a:lnTo>
                  <a:lnTo>
                    <a:pt x="3351" y="854"/>
                  </a:lnTo>
                  <a:lnTo>
                    <a:pt x="3355" y="1717"/>
                  </a:lnTo>
                  <a:lnTo>
                    <a:pt x="3359" y="866"/>
                  </a:lnTo>
                  <a:lnTo>
                    <a:pt x="3363" y="763"/>
                  </a:lnTo>
                  <a:lnTo>
                    <a:pt x="3367" y="776"/>
                  </a:lnTo>
                  <a:lnTo>
                    <a:pt x="3371" y="1255"/>
                  </a:lnTo>
                  <a:lnTo>
                    <a:pt x="3375" y="844"/>
                  </a:lnTo>
                  <a:lnTo>
                    <a:pt x="3379" y="1324"/>
                  </a:lnTo>
                  <a:lnTo>
                    <a:pt x="3383" y="453"/>
                  </a:lnTo>
                  <a:lnTo>
                    <a:pt x="3387" y="1108"/>
                  </a:lnTo>
                  <a:lnTo>
                    <a:pt x="3391" y="1231"/>
                  </a:lnTo>
                  <a:lnTo>
                    <a:pt x="3395" y="488"/>
                  </a:lnTo>
                  <a:lnTo>
                    <a:pt x="3399" y="1306"/>
                  </a:lnTo>
                  <a:lnTo>
                    <a:pt x="3403" y="791"/>
                  </a:lnTo>
                  <a:lnTo>
                    <a:pt x="3407" y="1214"/>
                  </a:lnTo>
                  <a:lnTo>
                    <a:pt x="3411" y="1214"/>
                  </a:lnTo>
                  <a:lnTo>
                    <a:pt x="3415" y="1506"/>
                  </a:lnTo>
                  <a:lnTo>
                    <a:pt x="3419" y="518"/>
                  </a:lnTo>
                  <a:lnTo>
                    <a:pt x="3424" y="1202"/>
                  </a:lnTo>
                  <a:lnTo>
                    <a:pt x="3428" y="617"/>
                  </a:lnTo>
                  <a:lnTo>
                    <a:pt x="3432" y="419"/>
                  </a:lnTo>
                  <a:lnTo>
                    <a:pt x="3436" y="773"/>
                  </a:lnTo>
                  <a:lnTo>
                    <a:pt x="3440" y="733"/>
                  </a:lnTo>
                  <a:lnTo>
                    <a:pt x="3444" y="591"/>
                  </a:lnTo>
                  <a:lnTo>
                    <a:pt x="3448" y="779"/>
                  </a:lnTo>
                  <a:lnTo>
                    <a:pt x="3452" y="1451"/>
                  </a:lnTo>
                  <a:lnTo>
                    <a:pt x="3456" y="657"/>
                  </a:lnTo>
                  <a:lnTo>
                    <a:pt x="3460" y="740"/>
                  </a:lnTo>
                  <a:lnTo>
                    <a:pt x="3464" y="1353"/>
                  </a:lnTo>
                  <a:lnTo>
                    <a:pt x="3468" y="974"/>
                  </a:lnTo>
                  <a:lnTo>
                    <a:pt x="3472" y="1352"/>
                  </a:lnTo>
                  <a:lnTo>
                    <a:pt x="3476" y="883"/>
                  </a:lnTo>
                  <a:lnTo>
                    <a:pt x="3480" y="1607"/>
                  </a:lnTo>
                  <a:lnTo>
                    <a:pt x="3488" y="758"/>
                  </a:lnTo>
                  <a:lnTo>
                    <a:pt x="3492" y="741"/>
                  </a:lnTo>
                  <a:lnTo>
                    <a:pt x="3501" y="422"/>
                  </a:lnTo>
                  <a:lnTo>
                    <a:pt x="3505" y="648"/>
                  </a:lnTo>
                  <a:lnTo>
                    <a:pt x="3509" y="1023"/>
                  </a:lnTo>
                  <a:lnTo>
                    <a:pt x="3513" y="535"/>
                  </a:lnTo>
                  <a:lnTo>
                    <a:pt x="3517" y="361"/>
                  </a:lnTo>
                  <a:lnTo>
                    <a:pt x="3521" y="1148"/>
                  </a:lnTo>
                  <a:lnTo>
                    <a:pt x="3529" y="359"/>
                  </a:lnTo>
                  <a:lnTo>
                    <a:pt x="3533" y="590"/>
                  </a:lnTo>
                  <a:lnTo>
                    <a:pt x="3537" y="489"/>
                  </a:lnTo>
                  <a:lnTo>
                    <a:pt x="3541" y="739"/>
                  </a:lnTo>
                  <a:lnTo>
                    <a:pt x="3545" y="685"/>
                  </a:lnTo>
                  <a:lnTo>
                    <a:pt x="3549" y="665"/>
                  </a:lnTo>
                  <a:lnTo>
                    <a:pt x="3553" y="663"/>
                  </a:lnTo>
                  <a:lnTo>
                    <a:pt x="3557" y="222"/>
                  </a:lnTo>
                  <a:lnTo>
                    <a:pt x="3561" y="515"/>
                  </a:lnTo>
                  <a:lnTo>
                    <a:pt x="3565" y="557"/>
                  </a:lnTo>
                  <a:lnTo>
                    <a:pt x="3570" y="563"/>
                  </a:lnTo>
                  <a:lnTo>
                    <a:pt x="3574" y="468"/>
                  </a:lnTo>
                  <a:lnTo>
                    <a:pt x="3578" y="656"/>
                  </a:lnTo>
                  <a:lnTo>
                    <a:pt x="3582" y="629"/>
                  </a:lnTo>
                  <a:lnTo>
                    <a:pt x="3586" y="627"/>
                  </a:lnTo>
                  <a:lnTo>
                    <a:pt x="3590" y="646"/>
                  </a:lnTo>
                  <a:lnTo>
                    <a:pt x="3594" y="1144"/>
                  </a:lnTo>
                  <a:lnTo>
                    <a:pt x="3598" y="1081"/>
                  </a:lnTo>
                  <a:lnTo>
                    <a:pt x="3602" y="1132"/>
                  </a:lnTo>
                  <a:lnTo>
                    <a:pt x="3606" y="1066"/>
                  </a:lnTo>
                  <a:lnTo>
                    <a:pt x="3610" y="1042"/>
                  </a:lnTo>
                  <a:lnTo>
                    <a:pt x="3614" y="1176"/>
                  </a:lnTo>
                  <a:lnTo>
                    <a:pt x="3618" y="1100"/>
                  </a:lnTo>
                  <a:lnTo>
                    <a:pt x="3622" y="1099"/>
                  </a:lnTo>
                  <a:lnTo>
                    <a:pt x="3626" y="468"/>
                  </a:lnTo>
                  <a:lnTo>
                    <a:pt x="3630" y="415"/>
                  </a:lnTo>
                  <a:lnTo>
                    <a:pt x="3634" y="1043"/>
                  </a:lnTo>
                  <a:lnTo>
                    <a:pt x="3638" y="461"/>
                  </a:lnTo>
                  <a:lnTo>
                    <a:pt x="3643" y="1068"/>
                  </a:lnTo>
                  <a:lnTo>
                    <a:pt x="3647" y="1171"/>
                  </a:lnTo>
                  <a:lnTo>
                    <a:pt x="3651" y="1051"/>
                  </a:lnTo>
                  <a:lnTo>
                    <a:pt x="3655" y="1022"/>
                  </a:lnTo>
                  <a:lnTo>
                    <a:pt x="3659" y="561"/>
                  </a:lnTo>
                  <a:lnTo>
                    <a:pt x="3663" y="1033"/>
                  </a:lnTo>
                  <a:lnTo>
                    <a:pt x="3667" y="615"/>
                  </a:lnTo>
                  <a:lnTo>
                    <a:pt x="3671" y="445"/>
                  </a:lnTo>
                  <a:lnTo>
                    <a:pt x="3675" y="1187"/>
                  </a:lnTo>
                  <a:lnTo>
                    <a:pt x="3679" y="949"/>
                  </a:lnTo>
                  <a:lnTo>
                    <a:pt x="3687" y="1093"/>
                  </a:lnTo>
                  <a:lnTo>
                    <a:pt x="3691" y="1113"/>
                  </a:lnTo>
                  <a:lnTo>
                    <a:pt x="3695" y="1053"/>
                  </a:lnTo>
                  <a:lnTo>
                    <a:pt x="3699" y="826"/>
                  </a:lnTo>
                  <a:lnTo>
                    <a:pt x="3703" y="240"/>
                  </a:lnTo>
                  <a:lnTo>
                    <a:pt x="3707" y="610"/>
                  </a:lnTo>
                  <a:lnTo>
                    <a:pt x="3711" y="483"/>
                  </a:lnTo>
                  <a:lnTo>
                    <a:pt x="3716" y="943"/>
                  </a:lnTo>
                  <a:lnTo>
                    <a:pt x="3720" y="743"/>
                  </a:lnTo>
                  <a:lnTo>
                    <a:pt x="3724" y="674"/>
                  </a:lnTo>
                  <a:lnTo>
                    <a:pt x="3728" y="1189"/>
                  </a:lnTo>
                  <a:lnTo>
                    <a:pt x="3732" y="950"/>
                  </a:lnTo>
                  <a:lnTo>
                    <a:pt x="3736" y="1330"/>
                  </a:lnTo>
                  <a:lnTo>
                    <a:pt x="3740" y="764"/>
                  </a:lnTo>
                  <a:lnTo>
                    <a:pt x="3744" y="927"/>
                  </a:lnTo>
                  <a:lnTo>
                    <a:pt x="3748" y="503"/>
                  </a:lnTo>
                  <a:lnTo>
                    <a:pt x="3752" y="810"/>
                  </a:lnTo>
                  <a:lnTo>
                    <a:pt x="3756" y="410"/>
                  </a:lnTo>
                  <a:lnTo>
                    <a:pt x="3760" y="561"/>
                  </a:lnTo>
                  <a:lnTo>
                    <a:pt x="3764" y="1145"/>
                  </a:lnTo>
                  <a:lnTo>
                    <a:pt x="3768" y="979"/>
                  </a:lnTo>
                  <a:lnTo>
                    <a:pt x="3776" y="1172"/>
                  </a:lnTo>
                  <a:lnTo>
                    <a:pt x="3780" y="896"/>
                  </a:lnTo>
                  <a:lnTo>
                    <a:pt x="3784" y="1007"/>
                  </a:lnTo>
                  <a:lnTo>
                    <a:pt x="3789" y="862"/>
                  </a:lnTo>
                  <a:lnTo>
                    <a:pt x="3793" y="1072"/>
                  </a:lnTo>
                  <a:lnTo>
                    <a:pt x="3797" y="287"/>
                  </a:lnTo>
                  <a:lnTo>
                    <a:pt x="3801" y="1118"/>
                  </a:lnTo>
                  <a:lnTo>
                    <a:pt x="3805" y="999"/>
                  </a:lnTo>
                  <a:lnTo>
                    <a:pt x="3809" y="1289"/>
                  </a:lnTo>
                  <a:lnTo>
                    <a:pt x="3813" y="1077"/>
                  </a:lnTo>
                  <a:lnTo>
                    <a:pt x="3817" y="1125"/>
                  </a:lnTo>
                  <a:lnTo>
                    <a:pt x="3821" y="135"/>
                  </a:lnTo>
                  <a:lnTo>
                    <a:pt x="3825" y="298"/>
                  </a:lnTo>
                  <a:lnTo>
                    <a:pt x="3829" y="248"/>
                  </a:lnTo>
                  <a:lnTo>
                    <a:pt x="3833" y="1056"/>
                  </a:lnTo>
                  <a:lnTo>
                    <a:pt x="3837" y="1075"/>
                  </a:lnTo>
                  <a:lnTo>
                    <a:pt x="3841" y="1006"/>
                  </a:lnTo>
                  <a:lnTo>
                    <a:pt x="3845" y="980"/>
                  </a:lnTo>
                  <a:lnTo>
                    <a:pt x="3849" y="980"/>
                  </a:lnTo>
                  <a:lnTo>
                    <a:pt x="3853" y="1008"/>
                  </a:lnTo>
                  <a:lnTo>
                    <a:pt x="3857" y="912"/>
                  </a:lnTo>
                  <a:lnTo>
                    <a:pt x="3866" y="1056"/>
                  </a:lnTo>
                  <a:lnTo>
                    <a:pt x="3870" y="978"/>
                  </a:lnTo>
                  <a:lnTo>
                    <a:pt x="3874" y="1059"/>
                  </a:lnTo>
                  <a:lnTo>
                    <a:pt x="3878" y="1049"/>
                  </a:lnTo>
                  <a:lnTo>
                    <a:pt x="3882" y="516"/>
                  </a:lnTo>
                  <a:lnTo>
                    <a:pt x="3886" y="1154"/>
                  </a:lnTo>
                  <a:lnTo>
                    <a:pt x="3890" y="1213"/>
                  </a:lnTo>
                  <a:lnTo>
                    <a:pt x="3894" y="1086"/>
                  </a:lnTo>
                  <a:lnTo>
                    <a:pt x="3898" y="1182"/>
                  </a:lnTo>
                  <a:lnTo>
                    <a:pt x="3902" y="1135"/>
                  </a:lnTo>
                  <a:lnTo>
                    <a:pt x="3906" y="988"/>
                  </a:lnTo>
                  <a:lnTo>
                    <a:pt x="3910" y="1041"/>
                  </a:lnTo>
                  <a:lnTo>
                    <a:pt x="3914" y="878"/>
                  </a:lnTo>
                  <a:lnTo>
                    <a:pt x="3918" y="949"/>
                  </a:lnTo>
                  <a:lnTo>
                    <a:pt x="3922" y="401"/>
                  </a:lnTo>
                  <a:lnTo>
                    <a:pt x="3930" y="1025"/>
                  </a:lnTo>
                  <a:lnTo>
                    <a:pt x="3935" y="882"/>
                  </a:lnTo>
                  <a:lnTo>
                    <a:pt x="3939" y="1032"/>
                  </a:lnTo>
                  <a:lnTo>
                    <a:pt x="3943" y="866"/>
                  </a:lnTo>
                  <a:lnTo>
                    <a:pt x="3951" y="1244"/>
                  </a:lnTo>
                  <a:lnTo>
                    <a:pt x="3955" y="501"/>
                  </a:lnTo>
                  <a:lnTo>
                    <a:pt x="3959" y="544"/>
                  </a:lnTo>
                  <a:lnTo>
                    <a:pt x="3967" y="1228"/>
                  </a:lnTo>
                  <a:lnTo>
                    <a:pt x="3971" y="695"/>
                  </a:lnTo>
                  <a:lnTo>
                    <a:pt x="3975" y="1136"/>
                  </a:lnTo>
                  <a:lnTo>
                    <a:pt x="3979" y="1078"/>
                  </a:lnTo>
                  <a:lnTo>
                    <a:pt x="3983" y="945"/>
                  </a:lnTo>
                  <a:lnTo>
                    <a:pt x="3991" y="1066"/>
                  </a:lnTo>
                  <a:lnTo>
                    <a:pt x="3995" y="1050"/>
                  </a:lnTo>
                  <a:lnTo>
                    <a:pt x="3999" y="909"/>
                  </a:lnTo>
                  <a:lnTo>
                    <a:pt x="4003" y="623"/>
                  </a:lnTo>
                  <a:lnTo>
                    <a:pt x="4007" y="894"/>
                  </a:lnTo>
                  <a:lnTo>
                    <a:pt x="4012" y="990"/>
                  </a:lnTo>
                  <a:lnTo>
                    <a:pt x="4016" y="772"/>
                  </a:lnTo>
                  <a:lnTo>
                    <a:pt x="4024" y="1206"/>
                  </a:lnTo>
                  <a:lnTo>
                    <a:pt x="4032" y="615"/>
                  </a:lnTo>
                  <a:lnTo>
                    <a:pt x="4036" y="958"/>
                  </a:lnTo>
                  <a:lnTo>
                    <a:pt x="4040" y="503"/>
                  </a:lnTo>
                  <a:lnTo>
                    <a:pt x="4044" y="1128"/>
                  </a:lnTo>
                  <a:lnTo>
                    <a:pt x="4048" y="1092"/>
                  </a:lnTo>
                  <a:lnTo>
                    <a:pt x="4052" y="1143"/>
                  </a:lnTo>
                  <a:lnTo>
                    <a:pt x="4056" y="1390"/>
                  </a:lnTo>
                  <a:lnTo>
                    <a:pt x="4060" y="1008"/>
                  </a:lnTo>
                  <a:lnTo>
                    <a:pt x="4060" y="1008"/>
                  </a:lnTo>
                </a:path>
              </a:pathLst>
            </a:custGeom>
            <a:noFill/>
            <a:ln w="12065" cap="sq">
              <a:solidFill>
                <a:srgbClr val="7F7F7F">
                  <a:alpha val="6196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06" name="path 106"/>
            <p:cNvSpPr/>
            <p:nvPr/>
          </p:nvSpPr>
          <p:spPr>
            <a:xfrm>
              <a:off x="0" y="0"/>
              <a:ext cx="2587127" cy="1110290"/>
            </a:xfrm>
            <a:custGeom>
              <a:avLst/>
              <a:gdLst/>
              <a:ahLst/>
              <a:cxnLst/>
              <a:rect l="0" t="0" r="0" b="0"/>
              <a:pathLst>
                <a:path w="4074" h="1748">
                  <a:moveTo>
                    <a:pt x="11" y="761"/>
                  </a:moveTo>
                  <a:lnTo>
                    <a:pt x="15" y="705"/>
                  </a:lnTo>
                  <a:lnTo>
                    <a:pt x="19" y="489"/>
                  </a:lnTo>
                  <a:lnTo>
                    <a:pt x="23" y="607"/>
                  </a:lnTo>
                  <a:lnTo>
                    <a:pt x="27" y="265"/>
                  </a:lnTo>
                  <a:lnTo>
                    <a:pt x="31" y="369"/>
                  </a:lnTo>
                  <a:lnTo>
                    <a:pt x="35" y="948"/>
                  </a:lnTo>
                  <a:lnTo>
                    <a:pt x="39" y="833"/>
                  </a:lnTo>
                  <a:lnTo>
                    <a:pt x="43" y="239"/>
                  </a:lnTo>
                  <a:lnTo>
                    <a:pt x="52" y="890"/>
                  </a:lnTo>
                  <a:lnTo>
                    <a:pt x="56" y="904"/>
                  </a:lnTo>
                  <a:lnTo>
                    <a:pt x="64" y="1319"/>
                  </a:lnTo>
                  <a:lnTo>
                    <a:pt x="68" y="498"/>
                  </a:lnTo>
                  <a:lnTo>
                    <a:pt x="76" y="1128"/>
                  </a:lnTo>
                  <a:lnTo>
                    <a:pt x="80" y="1041"/>
                  </a:lnTo>
                  <a:lnTo>
                    <a:pt x="84" y="1154"/>
                  </a:lnTo>
                  <a:lnTo>
                    <a:pt x="88" y="682"/>
                  </a:lnTo>
                  <a:lnTo>
                    <a:pt x="92" y="911"/>
                  </a:lnTo>
                  <a:lnTo>
                    <a:pt x="96" y="1431"/>
                  </a:lnTo>
                  <a:lnTo>
                    <a:pt x="100" y="333"/>
                  </a:lnTo>
                  <a:lnTo>
                    <a:pt x="104" y="1051"/>
                  </a:lnTo>
                  <a:lnTo>
                    <a:pt x="108" y="1090"/>
                  </a:lnTo>
                  <a:lnTo>
                    <a:pt x="120" y="706"/>
                  </a:lnTo>
                  <a:lnTo>
                    <a:pt x="125" y="913"/>
                  </a:lnTo>
                  <a:lnTo>
                    <a:pt x="129" y="734"/>
                  </a:lnTo>
                  <a:lnTo>
                    <a:pt x="133" y="708"/>
                  </a:lnTo>
                  <a:lnTo>
                    <a:pt x="141" y="1045"/>
                  </a:lnTo>
                  <a:lnTo>
                    <a:pt x="145" y="1056"/>
                  </a:lnTo>
                  <a:lnTo>
                    <a:pt x="149" y="1034"/>
                  </a:lnTo>
                  <a:lnTo>
                    <a:pt x="153" y="1235"/>
                  </a:lnTo>
                  <a:lnTo>
                    <a:pt x="157" y="1296"/>
                  </a:lnTo>
                  <a:lnTo>
                    <a:pt x="161" y="1158"/>
                  </a:lnTo>
                  <a:lnTo>
                    <a:pt x="169" y="1263"/>
                  </a:lnTo>
                  <a:lnTo>
                    <a:pt x="173" y="1171"/>
                  </a:lnTo>
                  <a:lnTo>
                    <a:pt x="177" y="420"/>
                  </a:lnTo>
                  <a:lnTo>
                    <a:pt x="181" y="1134"/>
                  </a:lnTo>
                  <a:lnTo>
                    <a:pt x="185" y="1025"/>
                  </a:lnTo>
                  <a:lnTo>
                    <a:pt x="189" y="1335"/>
                  </a:lnTo>
                  <a:lnTo>
                    <a:pt x="193" y="848"/>
                  </a:lnTo>
                  <a:lnTo>
                    <a:pt x="198" y="716"/>
                  </a:lnTo>
                  <a:lnTo>
                    <a:pt x="202" y="707"/>
                  </a:lnTo>
                  <a:lnTo>
                    <a:pt x="206" y="918"/>
                  </a:lnTo>
                  <a:lnTo>
                    <a:pt x="210" y="698"/>
                  </a:lnTo>
                  <a:lnTo>
                    <a:pt x="218" y="811"/>
                  </a:lnTo>
                  <a:lnTo>
                    <a:pt x="222" y="642"/>
                  </a:lnTo>
                  <a:lnTo>
                    <a:pt x="226" y="742"/>
                  </a:lnTo>
                  <a:lnTo>
                    <a:pt x="230" y="731"/>
                  </a:lnTo>
                  <a:lnTo>
                    <a:pt x="242" y="997"/>
                  </a:lnTo>
                  <a:lnTo>
                    <a:pt x="246" y="933"/>
                  </a:lnTo>
                  <a:lnTo>
                    <a:pt x="250" y="945"/>
                  </a:lnTo>
                  <a:lnTo>
                    <a:pt x="254" y="1088"/>
                  </a:lnTo>
                  <a:lnTo>
                    <a:pt x="258" y="608"/>
                  </a:lnTo>
                  <a:lnTo>
                    <a:pt x="262" y="1158"/>
                  </a:lnTo>
                  <a:lnTo>
                    <a:pt x="266" y="1241"/>
                  </a:lnTo>
                  <a:lnTo>
                    <a:pt x="271" y="1217"/>
                  </a:lnTo>
                  <a:lnTo>
                    <a:pt x="275" y="1330"/>
                  </a:lnTo>
                  <a:lnTo>
                    <a:pt x="279" y="1360"/>
                  </a:lnTo>
                  <a:lnTo>
                    <a:pt x="283" y="595"/>
                  </a:lnTo>
                  <a:lnTo>
                    <a:pt x="287" y="1146"/>
                  </a:lnTo>
                  <a:lnTo>
                    <a:pt x="291" y="532"/>
                  </a:lnTo>
                  <a:lnTo>
                    <a:pt x="295" y="739"/>
                  </a:lnTo>
                  <a:lnTo>
                    <a:pt x="299" y="828"/>
                  </a:lnTo>
                  <a:lnTo>
                    <a:pt x="303" y="609"/>
                  </a:lnTo>
                  <a:lnTo>
                    <a:pt x="307" y="819"/>
                  </a:lnTo>
                  <a:lnTo>
                    <a:pt x="311" y="727"/>
                  </a:lnTo>
                  <a:lnTo>
                    <a:pt x="315" y="769"/>
                  </a:lnTo>
                  <a:lnTo>
                    <a:pt x="319" y="171"/>
                  </a:lnTo>
                  <a:lnTo>
                    <a:pt x="323" y="1057"/>
                  </a:lnTo>
                  <a:lnTo>
                    <a:pt x="327" y="943"/>
                  </a:lnTo>
                  <a:lnTo>
                    <a:pt x="331" y="741"/>
                  </a:lnTo>
                  <a:lnTo>
                    <a:pt x="335" y="1176"/>
                  </a:lnTo>
                  <a:lnTo>
                    <a:pt x="344" y="430"/>
                  </a:lnTo>
                  <a:lnTo>
                    <a:pt x="348" y="358"/>
                  </a:lnTo>
                  <a:lnTo>
                    <a:pt x="356" y="810"/>
                  </a:lnTo>
                  <a:lnTo>
                    <a:pt x="360" y="556"/>
                  </a:lnTo>
                  <a:lnTo>
                    <a:pt x="364" y="1103"/>
                  </a:lnTo>
                  <a:lnTo>
                    <a:pt x="368" y="604"/>
                  </a:lnTo>
                  <a:lnTo>
                    <a:pt x="372" y="588"/>
                  </a:lnTo>
                  <a:lnTo>
                    <a:pt x="376" y="1024"/>
                  </a:lnTo>
                  <a:lnTo>
                    <a:pt x="380" y="1036"/>
                  </a:lnTo>
                  <a:lnTo>
                    <a:pt x="384" y="1026"/>
                  </a:lnTo>
                  <a:lnTo>
                    <a:pt x="388" y="1632"/>
                  </a:lnTo>
                  <a:lnTo>
                    <a:pt x="396" y="757"/>
                  </a:lnTo>
                  <a:lnTo>
                    <a:pt x="400" y="816"/>
                  </a:lnTo>
                  <a:lnTo>
                    <a:pt x="404" y="1031"/>
                  </a:lnTo>
                  <a:lnTo>
                    <a:pt x="408" y="896"/>
                  </a:lnTo>
                  <a:lnTo>
                    <a:pt x="412" y="1056"/>
                  </a:lnTo>
                  <a:lnTo>
                    <a:pt x="417" y="849"/>
                  </a:lnTo>
                  <a:lnTo>
                    <a:pt x="421" y="836"/>
                  </a:lnTo>
                  <a:lnTo>
                    <a:pt x="425" y="776"/>
                  </a:lnTo>
                  <a:lnTo>
                    <a:pt x="429" y="987"/>
                  </a:lnTo>
                  <a:lnTo>
                    <a:pt x="433" y="250"/>
                  </a:lnTo>
                  <a:lnTo>
                    <a:pt x="437" y="925"/>
                  </a:lnTo>
                  <a:lnTo>
                    <a:pt x="441" y="408"/>
                  </a:lnTo>
                  <a:lnTo>
                    <a:pt x="449" y="999"/>
                  </a:lnTo>
                  <a:lnTo>
                    <a:pt x="453" y="1043"/>
                  </a:lnTo>
                  <a:lnTo>
                    <a:pt x="457" y="275"/>
                  </a:lnTo>
                  <a:lnTo>
                    <a:pt x="461" y="275"/>
                  </a:lnTo>
                  <a:lnTo>
                    <a:pt x="465" y="922"/>
                  </a:lnTo>
                  <a:lnTo>
                    <a:pt x="469" y="951"/>
                  </a:lnTo>
                  <a:lnTo>
                    <a:pt x="473" y="778"/>
                  </a:lnTo>
                  <a:lnTo>
                    <a:pt x="485" y="827"/>
                  </a:lnTo>
                  <a:lnTo>
                    <a:pt x="490" y="911"/>
                  </a:lnTo>
                  <a:lnTo>
                    <a:pt x="498" y="196"/>
                  </a:lnTo>
                  <a:lnTo>
                    <a:pt x="502" y="331"/>
                  </a:lnTo>
                  <a:lnTo>
                    <a:pt x="506" y="755"/>
                  </a:lnTo>
                  <a:lnTo>
                    <a:pt x="510" y="874"/>
                  </a:lnTo>
                  <a:lnTo>
                    <a:pt x="518" y="667"/>
                  </a:lnTo>
                  <a:lnTo>
                    <a:pt x="522" y="660"/>
                  </a:lnTo>
                  <a:lnTo>
                    <a:pt x="526" y="727"/>
                  </a:lnTo>
                  <a:lnTo>
                    <a:pt x="530" y="1325"/>
                  </a:lnTo>
                  <a:lnTo>
                    <a:pt x="534" y="1249"/>
                  </a:lnTo>
                  <a:lnTo>
                    <a:pt x="538" y="982"/>
                  </a:lnTo>
                  <a:lnTo>
                    <a:pt x="542" y="1276"/>
                  </a:lnTo>
                  <a:lnTo>
                    <a:pt x="546" y="1346"/>
                  </a:lnTo>
                  <a:lnTo>
                    <a:pt x="554" y="1012"/>
                  </a:lnTo>
                  <a:lnTo>
                    <a:pt x="558" y="1263"/>
                  </a:lnTo>
                  <a:lnTo>
                    <a:pt x="563" y="1214"/>
                  </a:lnTo>
                  <a:lnTo>
                    <a:pt x="567" y="1079"/>
                  </a:lnTo>
                  <a:lnTo>
                    <a:pt x="571" y="1330"/>
                  </a:lnTo>
                  <a:lnTo>
                    <a:pt x="575" y="375"/>
                  </a:lnTo>
                  <a:lnTo>
                    <a:pt x="579" y="1050"/>
                  </a:lnTo>
                  <a:lnTo>
                    <a:pt x="583" y="1104"/>
                  </a:lnTo>
                  <a:lnTo>
                    <a:pt x="587" y="1062"/>
                  </a:lnTo>
                  <a:lnTo>
                    <a:pt x="591" y="1051"/>
                  </a:lnTo>
                  <a:lnTo>
                    <a:pt x="595" y="945"/>
                  </a:lnTo>
                  <a:lnTo>
                    <a:pt x="599" y="498"/>
                  </a:lnTo>
                  <a:lnTo>
                    <a:pt x="603" y="1044"/>
                  </a:lnTo>
                  <a:lnTo>
                    <a:pt x="607" y="1195"/>
                  </a:lnTo>
                  <a:lnTo>
                    <a:pt x="611" y="1138"/>
                  </a:lnTo>
                  <a:lnTo>
                    <a:pt x="615" y="877"/>
                  </a:lnTo>
                  <a:lnTo>
                    <a:pt x="623" y="1154"/>
                  </a:lnTo>
                  <a:lnTo>
                    <a:pt x="627" y="1167"/>
                  </a:lnTo>
                  <a:lnTo>
                    <a:pt x="631" y="1067"/>
                  </a:lnTo>
                  <a:lnTo>
                    <a:pt x="636" y="1261"/>
                  </a:lnTo>
                  <a:lnTo>
                    <a:pt x="640" y="703"/>
                  </a:lnTo>
                  <a:lnTo>
                    <a:pt x="644" y="1178"/>
                  </a:lnTo>
                  <a:lnTo>
                    <a:pt x="648" y="1253"/>
                  </a:lnTo>
                  <a:lnTo>
                    <a:pt x="652" y="1377"/>
                  </a:lnTo>
                  <a:lnTo>
                    <a:pt x="656" y="874"/>
                  </a:lnTo>
                  <a:lnTo>
                    <a:pt x="660" y="889"/>
                  </a:lnTo>
                  <a:lnTo>
                    <a:pt x="664" y="797"/>
                  </a:lnTo>
                  <a:lnTo>
                    <a:pt x="668" y="836"/>
                  </a:lnTo>
                  <a:lnTo>
                    <a:pt x="676" y="785"/>
                  </a:lnTo>
                  <a:lnTo>
                    <a:pt x="680" y="637"/>
                  </a:lnTo>
                  <a:lnTo>
                    <a:pt x="688" y="1082"/>
                  </a:lnTo>
                  <a:lnTo>
                    <a:pt x="692" y="1100"/>
                  </a:lnTo>
                  <a:lnTo>
                    <a:pt x="700" y="520"/>
                  </a:lnTo>
                  <a:lnTo>
                    <a:pt x="709" y="1260"/>
                  </a:lnTo>
                  <a:lnTo>
                    <a:pt x="713" y="973"/>
                  </a:lnTo>
                  <a:lnTo>
                    <a:pt x="717" y="405"/>
                  </a:lnTo>
                  <a:lnTo>
                    <a:pt x="721" y="282"/>
                  </a:lnTo>
                  <a:lnTo>
                    <a:pt x="725" y="1037"/>
                  </a:lnTo>
                  <a:lnTo>
                    <a:pt x="729" y="1033"/>
                  </a:lnTo>
                  <a:lnTo>
                    <a:pt x="733" y="899"/>
                  </a:lnTo>
                  <a:lnTo>
                    <a:pt x="737" y="965"/>
                  </a:lnTo>
                  <a:lnTo>
                    <a:pt x="741" y="594"/>
                  </a:lnTo>
                  <a:lnTo>
                    <a:pt x="745" y="1068"/>
                  </a:lnTo>
                  <a:lnTo>
                    <a:pt x="749" y="675"/>
                  </a:lnTo>
                  <a:lnTo>
                    <a:pt x="753" y="989"/>
                  </a:lnTo>
                  <a:lnTo>
                    <a:pt x="757" y="965"/>
                  </a:lnTo>
                  <a:lnTo>
                    <a:pt x="761" y="660"/>
                  </a:lnTo>
                  <a:lnTo>
                    <a:pt x="765" y="743"/>
                  </a:lnTo>
                  <a:lnTo>
                    <a:pt x="769" y="1029"/>
                  </a:lnTo>
                  <a:lnTo>
                    <a:pt x="773" y="607"/>
                  </a:lnTo>
                  <a:lnTo>
                    <a:pt x="777" y="1267"/>
                  </a:lnTo>
                  <a:lnTo>
                    <a:pt x="782" y="1394"/>
                  </a:lnTo>
                  <a:lnTo>
                    <a:pt x="786" y="1207"/>
                  </a:lnTo>
                  <a:lnTo>
                    <a:pt x="790" y="1138"/>
                  </a:lnTo>
                  <a:lnTo>
                    <a:pt x="794" y="1238"/>
                  </a:lnTo>
                  <a:lnTo>
                    <a:pt x="802" y="1046"/>
                  </a:lnTo>
                  <a:lnTo>
                    <a:pt x="806" y="739"/>
                  </a:lnTo>
                  <a:lnTo>
                    <a:pt x="810" y="731"/>
                  </a:lnTo>
                  <a:lnTo>
                    <a:pt x="814" y="687"/>
                  </a:lnTo>
                  <a:lnTo>
                    <a:pt x="818" y="703"/>
                  </a:lnTo>
                  <a:lnTo>
                    <a:pt x="822" y="549"/>
                  </a:lnTo>
                  <a:lnTo>
                    <a:pt x="826" y="563"/>
                  </a:lnTo>
                  <a:lnTo>
                    <a:pt x="830" y="475"/>
                  </a:lnTo>
                  <a:lnTo>
                    <a:pt x="834" y="633"/>
                  </a:lnTo>
                  <a:lnTo>
                    <a:pt x="838" y="540"/>
                  </a:lnTo>
                  <a:lnTo>
                    <a:pt x="842" y="629"/>
                  </a:lnTo>
                  <a:lnTo>
                    <a:pt x="846" y="1062"/>
                  </a:lnTo>
                  <a:lnTo>
                    <a:pt x="850" y="640"/>
                  </a:lnTo>
                  <a:lnTo>
                    <a:pt x="854" y="927"/>
                  </a:lnTo>
                  <a:lnTo>
                    <a:pt x="859" y="925"/>
                  </a:lnTo>
                  <a:lnTo>
                    <a:pt x="863" y="819"/>
                  </a:lnTo>
                  <a:lnTo>
                    <a:pt x="867" y="119"/>
                  </a:lnTo>
                  <a:lnTo>
                    <a:pt x="871" y="810"/>
                  </a:lnTo>
                  <a:lnTo>
                    <a:pt x="875" y="938"/>
                  </a:lnTo>
                  <a:lnTo>
                    <a:pt x="879" y="1156"/>
                  </a:lnTo>
                  <a:lnTo>
                    <a:pt x="883" y="479"/>
                  </a:lnTo>
                  <a:lnTo>
                    <a:pt x="887" y="544"/>
                  </a:lnTo>
                  <a:lnTo>
                    <a:pt x="891" y="739"/>
                  </a:lnTo>
                  <a:lnTo>
                    <a:pt x="895" y="621"/>
                  </a:lnTo>
                  <a:lnTo>
                    <a:pt x="899" y="667"/>
                  </a:lnTo>
                  <a:lnTo>
                    <a:pt x="903" y="190"/>
                  </a:lnTo>
                  <a:lnTo>
                    <a:pt x="907" y="916"/>
                  </a:lnTo>
                  <a:lnTo>
                    <a:pt x="911" y="784"/>
                  </a:lnTo>
                  <a:lnTo>
                    <a:pt x="915" y="1246"/>
                  </a:lnTo>
                  <a:lnTo>
                    <a:pt x="919" y="1238"/>
                  </a:lnTo>
                  <a:lnTo>
                    <a:pt x="923" y="900"/>
                  </a:lnTo>
                  <a:lnTo>
                    <a:pt x="927" y="118"/>
                  </a:lnTo>
                  <a:lnTo>
                    <a:pt x="932" y="831"/>
                  </a:lnTo>
                  <a:lnTo>
                    <a:pt x="936" y="572"/>
                  </a:lnTo>
                  <a:lnTo>
                    <a:pt x="940" y="11"/>
                  </a:lnTo>
                  <a:lnTo>
                    <a:pt x="944" y="823"/>
                  </a:lnTo>
                  <a:lnTo>
                    <a:pt x="948" y="859"/>
                  </a:lnTo>
                  <a:lnTo>
                    <a:pt x="952" y="341"/>
                  </a:lnTo>
                  <a:lnTo>
                    <a:pt x="956" y="532"/>
                  </a:lnTo>
                  <a:lnTo>
                    <a:pt x="960" y="862"/>
                  </a:lnTo>
                  <a:lnTo>
                    <a:pt x="964" y="331"/>
                  </a:lnTo>
                  <a:lnTo>
                    <a:pt x="976" y="1313"/>
                  </a:lnTo>
                  <a:lnTo>
                    <a:pt x="980" y="1050"/>
                  </a:lnTo>
                  <a:lnTo>
                    <a:pt x="984" y="1168"/>
                  </a:lnTo>
                  <a:lnTo>
                    <a:pt x="992" y="877"/>
                  </a:lnTo>
                  <a:lnTo>
                    <a:pt x="996" y="941"/>
                  </a:lnTo>
                  <a:lnTo>
                    <a:pt x="1000" y="1087"/>
                  </a:lnTo>
                  <a:lnTo>
                    <a:pt x="1005" y="1019"/>
                  </a:lnTo>
                  <a:lnTo>
                    <a:pt x="1009" y="1209"/>
                  </a:lnTo>
                  <a:lnTo>
                    <a:pt x="1013" y="1002"/>
                  </a:lnTo>
                  <a:lnTo>
                    <a:pt x="1017" y="1110"/>
                  </a:lnTo>
                  <a:lnTo>
                    <a:pt x="1021" y="851"/>
                  </a:lnTo>
                  <a:lnTo>
                    <a:pt x="1025" y="939"/>
                  </a:lnTo>
                  <a:lnTo>
                    <a:pt x="1029" y="222"/>
                  </a:lnTo>
                  <a:lnTo>
                    <a:pt x="1033" y="899"/>
                  </a:lnTo>
                  <a:lnTo>
                    <a:pt x="1037" y="954"/>
                  </a:lnTo>
                  <a:lnTo>
                    <a:pt x="1041" y="909"/>
                  </a:lnTo>
                  <a:lnTo>
                    <a:pt x="1045" y="1114"/>
                  </a:lnTo>
                  <a:lnTo>
                    <a:pt x="1049" y="1033"/>
                  </a:lnTo>
                  <a:lnTo>
                    <a:pt x="1053" y="1137"/>
                  </a:lnTo>
                  <a:lnTo>
                    <a:pt x="1057" y="1040"/>
                  </a:lnTo>
                  <a:lnTo>
                    <a:pt x="1061" y="643"/>
                  </a:lnTo>
                  <a:lnTo>
                    <a:pt x="1065" y="1337"/>
                  </a:lnTo>
                  <a:lnTo>
                    <a:pt x="1069" y="736"/>
                  </a:lnTo>
                  <a:lnTo>
                    <a:pt x="1073" y="1383"/>
                  </a:lnTo>
                  <a:lnTo>
                    <a:pt x="1078" y="1007"/>
                  </a:lnTo>
                  <a:lnTo>
                    <a:pt x="1082" y="1133"/>
                  </a:lnTo>
                  <a:lnTo>
                    <a:pt x="1086" y="819"/>
                  </a:lnTo>
                  <a:lnTo>
                    <a:pt x="1090" y="875"/>
                  </a:lnTo>
                  <a:lnTo>
                    <a:pt x="1094" y="880"/>
                  </a:lnTo>
                  <a:lnTo>
                    <a:pt x="1098" y="1132"/>
                  </a:lnTo>
                  <a:lnTo>
                    <a:pt x="1106" y="375"/>
                  </a:lnTo>
                  <a:lnTo>
                    <a:pt x="1110" y="1132"/>
                  </a:lnTo>
                  <a:lnTo>
                    <a:pt x="1114" y="1243"/>
                  </a:lnTo>
                  <a:lnTo>
                    <a:pt x="1118" y="1280"/>
                  </a:lnTo>
                  <a:lnTo>
                    <a:pt x="1122" y="1253"/>
                  </a:lnTo>
                  <a:lnTo>
                    <a:pt x="1130" y="1113"/>
                  </a:lnTo>
                  <a:lnTo>
                    <a:pt x="1134" y="852"/>
                  </a:lnTo>
                  <a:lnTo>
                    <a:pt x="1138" y="1062"/>
                  </a:lnTo>
                  <a:lnTo>
                    <a:pt x="1142" y="1028"/>
                  </a:lnTo>
                  <a:lnTo>
                    <a:pt x="1146" y="1029"/>
                  </a:lnTo>
                  <a:lnTo>
                    <a:pt x="1151" y="453"/>
                  </a:lnTo>
                  <a:lnTo>
                    <a:pt x="1163" y="1423"/>
                  </a:lnTo>
                  <a:lnTo>
                    <a:pt x="1167" y="734"/>
                  </a:lnTo>
                  <a:lnTo>
                    <a:pt x="1171" y="835"/>
                  </a:lnTo>
                  <a:lnTo>
                    <a:pt x="1175" y="468"/>
                  </a:lnTo>
                  <a:lnTo>
                    <a:pt x="1183" y="1315"/>
                  </a:lnTo>
                  <a:lnTo>
                    <a:pt x="1187" y="1328"/>
                  </a:lnTo>
                  <a:lnTo>
                    <a:pt x="1191" y="1222"/>
                  </a:lnTo>
                  <a:lnTo>
                    <a:pt x="1195" y="353"/>
                  </a:lnTo>
                  <a:lnTo>
                    <a:pt x="1199" y="1390"/>
                  </a:lnTo>
                  <a:lnTo>
                    <a:pt x="1203" y="927"/>
                  </a:lnTo>
                  <a:lnTo>
                    <a:pt x="1207" y="1160"/>
                  </a:lnTo>
                  <a:lnTo>
                    <a:pt x="1211" y="1221"/>
                  </a:lnTo>
                  <a:lnTo>
                    <a:pt x="1215" y="1104"/>
                  </a:lnTo>
                  <a:lnTo>
                    <a:pt x="1228" y="361"/>
                  </a:lnTo>
                  <a:lnTo>
                    <a:pt x="1232" y="337"/>
                  </a:lnTo>
                  <a:lnTo>
                    <a:pt x="1240" y="767"/>
                  </a:lnTo>
                  <a:lnTo>
                    <a:pt x="1248" y="402"/>
                  </a:lnTo>
                  <a:lnTo>
                    <a:pt x="1252" y="431"/>
                  </a:lnTo>
                  <a:lnTo>
                    <a:pt x="1256" y="1044"/>
                  </a:lnTo>
                  <a:lnTo>
                    <a:pt x="1260" y="964"/>
                  </a:lnTo>
                  <a:lnTo>
                    <a:pt x="1264" y="1348"/>
                  </a:lnTo>
                  <a:lnTo>
                    <a:pt x="1268" y="1433"/>
                  </a:lnTo>
                  <a:lnTo>
                    <a:pt x="1272" y="719"/>
                  </a:lnTo>
                  <a:lnTo>
                    <a:pt x="1276" y="1057"/>
                  </a:lnTo>
                  <a:lnTo>
                    <a:pt x="1280" y="1190"/>
                  </a:lnTo>
                  <a:lnTo>
                    <a:pt x="1284" y="1024"/>
                  </a:lnTo>
                  <a:lnTo>
                    <a:pt x="1288" y="1247"/>
                  </a:lnTo>
                  <a:lnTo>
                    <a:pt x="1292" y="644"/>
                  </a:lnTo>
                  <a:lnTo>
                    <a:pt x="1297" y="658"/>
                  </a:lnTo>
                  <a:lnTo>
                    <a:pt x="1301" y="1249"/>
                  </a:lnTo>
                  <a:lnTo>
                    <a:pt x="1305" y="1249"/>
                  </a:lnTo>
                  <a:lnTo>
                    <a:pt x="1309" y="1260"/>
                  </a:lnTo>
                  <a:lnTo>
                    <a:pt x="1313" y="776"/>
                  </a:lnTo>
                  <a:lnTo>
                    <a:pt x="1317" y="1582"/>
                  </a:lnTo>
                  <a:lnTo>
                    <a:pt x="1321" y="1391"/>
                  </a:lnTo>
                  <a:lnTo>
                    <a:pt x="1329" y="1437"/>
                  </a:lnTo>
                  <a:lnTo>
                    <a:pt x="1333" y="1201"/>
                  </a:lnTo>
                  <a:lnTo>
                    <a:pt x="1337" y="595"/>
                  </a:lnTo>
                  <a:lnTo>
                    <a:pt x="1341" y="1215"/>
                  </a:lnTo>
                  <a:lnTo>
                    <a:pt x="1345" y="1229"/>
                  </a:lnTo>
                  <a:lnTo>
                    <a:pt x="1349" y="1476"/>
                  </a:lnTo>
                  <a:lnTo>
                    <a:pt x="1357" y="1360"/>
                  </a:lnTo>
                  <a:lnTo>
                    <a:pt x="1361" y="1624"/>
                  </a:lnTo>
                  <a:lnTo>
                    <a:pt x="1365" y="620"/>
                  </a:lnTo>
                  <a:lnTo>
                    <a:pt x="1370" y="1546"/>
                  </a:lnTo>
                  <a:lnTo>
                    <a:pt x="1374" y="718"/>
                  </a:lnTo>
                  <a:lnTo>
                    <a:pt x="1378" y="1437"/>
                  </a:lnTo>
                  <a:lnTo>
                    <a:pt x="1382" y="636"/>
                  </a:lnTo>
                  <a:lnTo>
                    <a:pt x="1386" y="1306"/>
                  </a:lnTo>
                  <a:lnTo>
                    <a:pt x="1390" y="1437"/>
                  </a:lnTo>
                  <a:lnTo>
                    <a:pt x="1394" y="775"/>
                  </a:lnTo>
                  <a:lnTo>
                    <a:pt x="1398" y="615"/>
                  </a:lnTo>
                  <a:lnTo>
                    <a:pt x="1406" y="855"/>
                  </a:lnTo>
                  <a:lnTo>
                    <a:pt x="1410" y="401"/>
                  </a:lnTo>
                  <a:lnTo>
                    <a:pt x="1414" y="803"/>
                  </a:lnTo>
                  <a:lnTo>
                    <a:pt x="1418" y="346"/>
                  </a:lnTo>
                  <a:lnTo>
                    <a:pt x="1422" y="280"/>
                  </a:lnTo>
                  <a:lnTo>
                    <a:pt x="1426" y="992"/>
                  </a:lnTo>
                  <a:lnTo>
                    <a:pt x="1434" y="1065"/>
                  </a:lnTo>
                  <a:lnTo>
                    <a:pt x="1443" y="871"/>
                  </a:lnTo>
                  <a:lnTo>
                    <a:pt x="1447" y="1033"/>
                  </a:lnTo>
                  <a:lnTo>
                    <a:pt x="1451" y="512"/>
                  </a:lnTo>
                  <a:lnTo>
                    <a:pt x="1455" y="1191"/>
                  </a:lnTo>
                  <a:lnTo>
                    <a:pt x="1463" y="1017"/>
                  </a:lnTo>
                  <a:lnTo>
                    <a:pt x="1467" y="1226"/>
                  </a:lnTo>
                  <a:lnTo>
                    <a:pt x="1471" y="1206"/>
                  </a:lnTo>
                  <a:lnTo>
                    <a:pt x="1479" y="1021"/>
                  </a:lnTo>
                  <a:lnTo>
                    <a:pt x="1483" y="1260"/>
                  </a:lnTo>
                  <a:lnTo>
                    <a:pt x="1487" y="561"/>
                  </a:lnTo>
                  <a:lnTo>
                    <a:pt x="1491" y="1428"/>
                  </a:lnTo>
                  <a:lnTo>
                    <a:pt x="1495" y="849"/>
                  </a:lnTo>
                  <a:lnTo>
                    <a:pt x="1499" y="1485"/>
                  </a:lnTo>
                  <a:lnTo>
                    <a:pt x="1503" y="1278"/>
                  </a:lnTo>
                  <a:lnTo>
                    <a:pt x="1507" y="1456"/>
                  </a:lnTo>
                  <a:lnTo>
                    <a:pt x="1511" y="1450"/>
                  </a:lnTo>
                  <a:lnTo>
                    <a:pt x="1516" y="619"/>
                  </a:lnTo>
                  <a:lnTo>
                    <a:pt x="1520" y="901"/>
                  </a:lnTo>
                  <a:lnTo>
                    <a:pt x="1524" y="777"/>
                  </a:lnTo>
                  <a:lnTo>
                    <a:pt x="1528" y="790"/>
                  </a:lnTo>
                  <a:lnTo>
                    <a:pt x="1532" y="928"/>
                  </a:lnTo>
                  <a:lnTo>
                    <a:pt x="1536" y="570"/>
                  </a:lnTo>
                  <a:lnTo>
                    <a:pt x="1540" y="728"/>
                  </a:lnTo>
                  <a:lnTo>
                    <a:pt x="1544" y="728"/>
                  </a:lnTo>
                  <a:lnTo>
                    <a:pt x="1548" y="1285"/>
                  </a:lnTo>
                  <a:lnTo>
                    <a:pt x="1552" y="465"/>
                  </a:lnTo>
                  <a:lnTo>
                    <a:pt x="1556" y="1328"/>
                  </a:lnTo>
                  <a:lnTo>
                    <a:pt x="1564" y="687"/>
                  </a:lnTo>
                  <a:lnTo>
                    <a:pt x="1568" y="787"/>
                  </a:lnTo>
                  <a:lnTo>
                    <a:pt x="1572" y="957"/>
                  </a:lnTo>
                  <a:lnTo>
                    <a:pt x="1576" y="355"/>
                  </a:lnTo>
                  <a:lnTo>
                    <a:pt x="1580" y="829"/>
                  </a:lnTo>
                  <a:lnTo>
                    <a:pt x="1589" y="1177"/>
                  </a:lnTo>
                  <a:lnTo>
                    <a:pt x="1593" y="906"/>
                  </a:lnTo>
                  <a:lnTo>
                    <a:pt x="1597" y="861"/>
                  </a:lnTo>
                  <a:lnTo>
                    <a:pt x="1601" y="900"/>
                  </a:lnTo>
                  <a:lnTo>
                    <a:pt x="1605" y="440"/>
                  </a:lnTo>
                  <a:lnTo>
                    <a:pt x="1609" y="484"/>
                  </a:lnTo>
                  <a:lnTo>
                    <a:pt x="1613" y="380"/>
                  </a:lnTo>
                  <a:lnTo>
                    <a:pt x="1617" y="376"/>
                  </a:lnTo>
                  <a:lnTo>
                    <a:pt x="1621" y="460"/>
                  </a:lnTo>
                  <a:lnTo>
                    <a:pt x="1625" y="445"/>
                  </a:lnTo>
                  <a:lnTo>
                    <a:pt x="1629" y="520"/>
                  </a:lnTo>
                  <a:lnTo>
                    <a:pt x="1633" y="1046"/>
                  </a:lnTo>
                  <a:lnTo>
                    <a:pt x="1637" y="1258"/>
                  </a:lnTo>
                  <a:lnTo>
                    <a:pt x="1641" y="900"/>
                  </a:lnTo>
                  <a:lnTo>
                    <a:pt x="1645" y="989"/>
                  </a:lnTo>
                  <a:lnTo>
                    <a:pt x="1649" y="1393"/>
                  </a:lnTo>
                  <a:lnTo>
                    <a:pt x="1653" y="619"/>
                  </a:lnTo>
                  <a:lnTo>
                    <a:pt x="1657" y="893"/>
                  </a:lnTo>
                  <a:lnTo>
                    <a:pt x="1666" y="857"/>
                  </a:lnTo>
                  <a:lnTo>
                    <a:pt x="1670" y="756"/>
                  </a:lnTo>
                  <a:lnTo>
                    <a:pt x="1674" y="866"/>
                  </a:lnTo>
                  <a:lnTo>
                    <a:pt x="1678" y="412"/>
                  </a:lnTo>
                  <a:lnTo>
                    <a:pt x="1682" y="801"/>
                  </a:lnTo>
                  <a:lnTo>
                    <a:pt x="1686" y="857"/>
                  </a:lnTo>
                  <a:lnTo>
                    <a:pt x="1690" y="997"/>
                  </a:lnTo>
                  <a:lnTo>
                    <a:pt x="1698" y="755"/>
                  </a:lnTo>
                  <a:lnTo>
                    <a:pt x="1702" y="720"/>
                  </a:lnTo>
                  <a:lnTo>
                    <a:pt x="1706" y="505"/>
                  </a:lnTo>
                  <a:lnTo>
                    <a:pt x="1714" y="1294"/>
                  </a:lnTo>
                  <a:lnTo>
                    <a:pt x="1718" y="1163"/>
                  </a:lnTo>
                  <a:lnTo>
                    <a:pt x="1722" y="831"/>
                  </a:lnTo>
                  <a:lnTo>
                    <a:pt x="1726" y="1438"/>
                  </a:lnTo>
                  <a:lnTo>
                    <a:pt x="1730" y="541"/>
                  </a:lnTo>
                  <a:lnTo>
                    <a:pt x="1734" y="580"/>
                  </a:lnTo>
                  <a:lnTo>
                    <a:pt x="1739" y="1145"/>
                  </a:lnTo>
                  <a:lnTo>
                    <a:pt x="1743" y="1160"/>
                  </a:lnTo>
                  <a:lnTo>
                    <a:pt x="1747" y="1361"/>
                  </a:lnTo>
                  <a:lnTo>
                    <a:pt x="1751" y="1301"/>
                  </a:lnTo>
                  <a:lnTo>
                    <a:pt x="1755" y="1338"/>
                  </a:lnTo>
                  <a:lnTo>
                    <a:pt x="1763" y="1457"/>
                  </a:lnTo>
                  <a:lnTo>
                    <a:pt x="1775" y="1281"/>
                  </a:lnTo>
                  <a:lnTo>
                    <a:pt x="1779" y="621"/>
                  </a:lnTo>
                  <a:lnTo>
                    <a:pt x="1783" y="594"/>
                  </a:lnTo>
                  <a:lnTo>
                    <a:pt x="1787" y="460"/>
                  </a:lnTo>
                  <a:lnTo>
                    <a:pt x="1791" y="1276"/>
                  </a:lnTo>
                  <a:lnTo>
                    <a:pt x="1795" y="1203"/>
                  </a:lnTo>
                  <a:lnTo>
                    <a:pt x="1799" y="1013"/>
                  </a:lnTo>
                  <a:lnTo>
                    <a:pt x="1803" y="1029"/>
                  </a:lnTo>
                  <a:lnTo>
                    <a:pt x="1807" y="595"/>
                  </a:lnTo>
                  <a:lnTo>
                    <a:pt x="1812" y="1294"/>
                  </a:lnTo>
                  <a:lnTo>
                    <a:pt x="1816" y="1189"/>
                  </a:lnTo>
                  <a:lnTo>
                    <a:pt x="1820" y="1440"/>
                  </a:lnTo>
                  <a:lnTo>
                    <a:pt x="1824" y="1493"/>
                  </a:lnTo>
                  <a:lnTo>
                    <a:pt x="1828" y="1377"/>
                  </a:lnTo>
                  <a:lnTo>
                    <a:pt x="1832" y="1409"/>
                  </a:lnTo>
                  <a:lnTo>
                    <a:pt x="1836" y="1298"/>
                  </a:lnTo>
                  <a:lnTo>
                    <a:pt x="1840" y="1273"/>
                  </a:lnTo>
                  <a:lnTo>
                    <a:pt x="1844" y="1061"/>
                  </a:lnTo>
                  <a:lnTo>
                    <a:pt x="1848" y="1046"/>
                  </a:lnTo>
                  <a:lnTo>
                    <a:pt x="1856" y="1261"/>
                  </a:lnTo>
                  <a:lnTo>
                    <a:pt x="1860" y="1480"/>
                  </a:lnTo>
                  <a:lnTo>
                    <a:pt x="1864" y="934"/>
                  </a:lnTo>
                  <a:lnTo>
                    <a:pt x="1868" y="944"/>
                  </a:lnTo>
                  <a:lnTo>
                    <a:pt x="1872" y="1123"/>
                  </a:lnTo>
                  <a:lnTo>
                    <a:pt x="1876" y="786"/>
                  </a:lnTo>
                  <a:lnTo>
                    <a:pt x="1880" y="966"/>
                  </a:lnTo>
                  <a:lnTo>
                    <a:pt x="1885" y="758"/>
                  </a:lnTo>
                  <a:lnTo>
                    <a:pt x="1889" y="941"/>
                  </a:lnTo>
                  <a:lnTo>
                    <a:pt x="1893" y="1430"/>
                  </a:lnTo>
                  <a:lnTo>
                    <a:pt x="1897" y="882"/>
                  </a:lnTo>
                  <a:lnTo>
                    <a:pt x="1901" y="1027"/>
                  </a:lnTo>
                  <a:lnTo>
                    <a:pt x="1905" y="926"/>
                  </a:lnTo>
                  <a:lnTo>
                    <a:pt x="1909" y="1298"/>
                  </a:lnTo>
                  <a:lnTo>
                    <a:pt x="1913" y="1065"/>
                  </a:lnTo>
                  <a:lnTo>
                    <a:pt x="1921" y="1146"/>
                  </a:lnTo>
                  <a:lnTo>
                    <a:pt x="1925" y="935"/>
                  </a:lnTo>
                  <a:lnTo>
                    <a:pt x="1929" y="908"/>
                  </a:lnTo>
                  <a:lnTo>
                    <a:pt x="1933" y="930"/>
                  </a:lnTo>
                  <a:lnTo>
                    <a:pt x="1937" y="1304"/>
                  </a:lnTo>
                  <a:lnTo>
                    <a:pt x="1941" y="1087"/>
                  </a:lnTo>
                  <a:lnTo>
                    <a:pt x="1945" y="995"/>
                  </a:lnTo>
                  <a:lnTo>
                    <a:pt x="1949" y="1260"/>
                  </a:lnTo>
                  <a:lnTo>
                    <a:pt x="1953" y="1079"/>
                  </a:lnTo>
                  <a:lnTo>
                    <a:pt x="1958" y="1336"/>
                  </a:lnTo>
                  <a:lnTo>
                    <a:pt x="1962" y="1249"/>
                  </a:lnTo>
                  <a:lnTo>
                    <a:pt x="1966" y="1041"/>
                  </a:lnTo>
                  <a:lnTo>
                    <a:pt x="1974" y="1260"/>
                  </a:lnTo>
                  <a:lnTo>
                    <a:pt x="1978" y="1075"/>
                  </a:lnTo>
                  <a:lnTo>
                    <a:pt x="1982" y="1303"/>
                  </a:lnTo>
                  <a:lnTo>
                    <a:pt x="1986" y="1295"/>
                  </a:lnTo>
                  <a:lnTo>
                    <a:pt x="1990" y="1028"/>
                  </a:lnTo>
                  <a:lnTo>
                    <a:pt x="1994" y="952"/>
                  </a:lnTo>
                  <a:lnTo>
                    <a:pt x="1998" y="1057"/>
                  </a:lnTo>
                  <a:lnTo>
                    <a:pt x="2002" y="1267"/>
                  </a:lnTo>
                  <a:lnTo>
                    <a:pt x="2006" y="1718"/>
                  </a:lnTo>
                  <a:lnTo>
                    <a:pt x="2010" y="826"/>
                  </a:lnTo>
                  <a:lnTo>
                    <a:pt x="2014" y="1428"/>
                  </a:lnTo>
                  <a:lnTo>
                    <a:pt x="2018" y="885"/>
                  </a:lnTo>
                  <a:lnTo>
                    <a:pt x="2022" y="1532"/>
                  </a:lnTo>
                  <a:lnTo>
                    <a:pt x="2026" y="987"/>
                  </a:lnTo>
                  <a:lnTo>
                    <a:pt x="2031" y="1403"/>
                  </a:lnTo>
                  <a:lnTo>
                    <a:pt x="2035" y="833"/>
                  </a:lnTo>
                  <a:lnTo>
                    <a:pt x="2039" y="862"/>
                  </a:lnTo>
                  <a:lnTo>
                    <a:pt x="2043" y="702"/>
                  </a:lnTo>
                  <a:lnTo>
                    <a:pt x="2051" y="949"/>
                  </a:lnTo>
                  <a:lnTo>
                    <a:pt x="2055" y="908"/>
                  </a:lnTo>
                  <a:lnTo>
                    <a:pt x="2059" y="1074"/>
                  </a:lnTo>
                  <a:lnTo>
                    <a:pt x="2063" y="841"/>
                  </a:lnTo>
                  <a:lnTo>
                    <a:pt x="2067" y="858"/>
                  </a:lnTo>
                  <a:lnTo>
                    <a:pt x="2071" y="984"/>
                  </a:lnTo>
                  <a:lnTo>
                    <a:pt x="2075" y="1591"/>
                  </a:lnTo>
                  <a:lnTo>
                    <a:pt x="2079" y="990"/>
                  </a:lnTo>
                  <a:lnTo>
                    <a:pt x="2087" y="855"/>
                  </a:lnTo>
                  <a:lnTo>
                    <a:pt x="2091" y="1736"/>
                  </a:lnTo>
                  <a:lnTo>
                    <a:pt x="2095" y="726"/>
                  </a:lnTo>
                  <a:lnTo>
                    <a:pt x="2099" y="812"/>
                  </a:lnTo>
                  <a:lnTo>
                    <a:pt x="2104" y="847"/>
                  </a:lnTo>
                  <a:lnTo>
                    <a:pt x="2108" y="1407"/>
                  </a:lnTo>
                  <a:lnTo>
                    <a:pt x="2116" y="628"/>
                  </a:lnTo>
                  <a:lnTo>
                    <a:pt x="2120" y="937"/>
                  </a:lnTo>
                  <a:lnTo>
                    <a:pt x="2124" y="921"/>
                  </a:lnTo>
                  <a:lnTo>
                    <a:pt x="2128" y="1196"/>
                  </a:lnTo>
                  <a:lnTo>
                    <a:pt x="2132" y="954"/>
                  </a:lnTo>
                  <a:lnTo>
                    <a:pt x="2136" y="1010"/>
                  </a:lnTo>
                  <a:lnTo>
                    <a:pt x="2140" y="1101"/>
                  </a:lnTo>
                  <a:lnTo>
                    <a:pt x="2144" y="885"/>
                  </a:lnTo>
                  <a:lnTo>
                    <a:pt x="2148" y="1520"/>
                  </a:lnTo>
                  <a:lnTo>
                    <a:pt x="2152" y="1460"/>
                  </a:lnTo>
                  <a:lnTo>
                    <a:pt x="2160" y="679"/>
                  </a:lnTo>
                  <a:lnTo>
                    <a:pt x="2164" y="1270"/>
                  </a:lnTo>
                  <a:lnTo>
                    <a:pt x="2168" y="1057"/>
                  </a:lnTo>
                  <a:lnTo>
                    <a:pt x="2177" y="1354"/>
                  </a:lnTo>
                  <a:lnTo>
                    <a:pt x="2181" y="672"/>
                  </a:lnTo>
                  <a:lnTo>
                    <a:pt x="2185" y="619"/>
                  </a:lnTo>
                  <a:lnTo>
                    <a:pt x="2189" y="737"/>
                  </a:lnTo>
                  <a:lnTo>
                    <a:pt x="2193" y="1010"/>
                  </a:lnTo>
                  <a:lnTo>
                    <a:pt x="2197" y="823"/>
                  </a:lnTo>
                  <a:lnTo>
                    <a:pt x="2201" y="1020"/>
                  </a:lnTo>
                  <a:lnTo>
                    <a:pt x="2205" y="855"/>
                  </a:lnTo>
                  <a:lnTo>
                    <a:pt x="2209" y="928"/>
                  </a:lnTo>
                  <a:lnTo>
                    <a:pt x="2217" y="1468"/>
                  </a:lnTo>
                  <a:lnTo>
                    <a:pt x="2225" y="995"/>
                  </a:lnTo>
                  <a:lnTo>
                    <a:pt x="2229" y="1362"/>
                  </a:lnTo>
                  <a:lnTo>
                    <a:pt x="2237" y="1170"/>
                  </a:lnTo>
                  <a:lnTo>
                    <a:pt x="2245" y="785"/>
                  </a:lnTo>
                  <a:lnTo>
                    <a:pt x="2250" y="954"/>
                  </a:lnTo>
                  <a:lnTo>
                    <a:pt x="2254" y="1345"/>
                  </a:lnTo>
                  <a:lnTo>
                    <a:pt x="2258" y="818"/>
                  </a:lnTo>
                  <a:lnTo>
                    <a:pt x="2262" y="602"/>
                  </a:lnTo>
                  <a:lnTo>
                    <a:pt x="2266" y="769"/>
                  </a:lnTo>
                  <a:lnTo>
                    <a:pt x="2270" y="1031"/>
                  </a:lnTo>
                  <a:lnTo>
                    <a:pt x="2274" y="855"/>
                  </a:lnTo>
                  <a:lnTo>
                    <a:pt x="2278" y="971"/>
                  </a:lnTo>
                  <a:lnTo>
                    <a:pt x="2282" y="1644"/>
                  </a:lnTo>
                  <a:lnTo>
                    <a:pt x="2290" y="1422"/>
                  </a:lnTo>
                  <a:lnTo>
                    <a:pt x="2298" y="468"/>
                  </a:lnTo>
                  <a:lnTo>
                    <a:pt x="2302" y="718"/>
                  </a:lnTo>
                  <a:lnTo>
                    <a:pt x="2306" y="731"/>
                  </a:lnTo>
                  <a:lnTo>
                    <a:pt x="2310" y="977"/>
                  </a:lnTo>
                  <a:lnTo>
                    <a:pt x="2314" y="1591"/>
                  </a:lnTo>
                  <a:lnTo>
                    <a:pt x="2318" y="1312"/>
                  </a:lnTo>
                  <a:lnTo>
                    <a:pt x="2323" y="744"/>
                  </a:lnTo>
                  <a:lnTo>
                    <a:pt x="2327" y="665"/>
                  </a:lnTo>
                  <a:lnTo>
                    <a:pt x="2331" y="1285"/>
                  </a:lnTo>
                  <a:lnTo>
                    <a:pt x="2335" y="1467"/>
                  </a:lnTo>
                  <a:lnTo>
                    <a:pt x="2339" y="1442"/>
                  </a:lnTo>
                  <a:lnTo>
                    <a:pt x="2343" y="1438"/>
                  </a:lnTo>
                  <a:lnTo>
                    <a:pt x="2347" y="562"/>
                  </a:lnTo>
                  <a:lnTo>
                    <a:pt x="2351" y="1342"/>
                  </a:lnTo>
                  <a:lnTo>
                    <a:pt x="2355" y="1354"/>
                  </a:lnTo>
                  <a:lnTo>
                    <a:pt x="2359" y="1277"/>
                  </a:lnTo>
                  <a:lnTo>
                    <a:pt x="2363" y="1253"/>
                  </a:lnTo>
                  <a:lnTo>
                    <a:pt x="2367" y="1301"/>
                  </a:lnTo>
                  <a:lnTo>
                    <a:pt x="2371" y="1294"/>
                  </a:lnTo>
                  <a:lnTo>
                    <a:pt x="2375" y="1171"/>
                  </a:lnTo>
                  <a:lnTo>
                    <a:pt x="2379" y="1349"/>
                  </a:lnTo>
                  <a:lnTo>
                    <a:pt x="2383" y="1094"/>
                  </a:lnTo>
                  <a:lnTo>
                    <a:pt x="2387" y="584"/>
                  </a:lnTo>
                  <a:lnTo>
                    <a:pt x="2391" y="690"/>
                  </a:lnTo>
                  <a:lnTo>
                    <a:pt x="2395" y="735"/>
                  </a:lnTo>
                  <a:lnTo>
                    <a:pt x="2400" y="724"/>
                  </a:lnTo>
                  <a:lnTo>
                    <a:pt x="2404" y="748"/>
                  </a:lnTo>
                  <a:lnTo>
                    <a:pt x="2412" y="952"/>
                  </a:lnTo>
                  <a:lnTo>
                    <a:pt x="2416" y="903"/>
                  </a:lnTo>
                  <a:lnTo>
                    <a:pt x="2420" y="729"/>
                  </a:lnTo>
                  <a:lnTo>
                    <a:pt x="2424" y="871"/>
                  </a:lnTo>
                  <a:lnTo>
                    <a:pt x="2428" y="1480"/>
                  </a:lnTo>
                  <a:lnTo>
                    <a:pt x="2432" y="919"/>
                  </a:lnTo>
                  <a:lnTo>
                    <a:pt x="2440" y="1574"/>
                  </a:lnTo>
                  <a:lnTo>
                    <a:pt x="2448" y="1238"/>
                  </a:lnTo>
                  <a:lnTo>
                    <a:pt x="2452" y="623"/>
                  </a:lnTo>
                  <a:lnTo>
                    <a:pt x="2456" y="1353"/>
                  </a:lnTo>
                  <a:lnTo>
                    <a:pt x="2460" y="589"/>
                  </a:lnTo>
                  <a:lnTo>
                    <a:pt x="2464" y="632"/>
                  </a:lnTo>
                  <a:lnTo>
                    <a:pt x="2468" y="701"/>
                  </a:lnTo>
                  <a:lnTo>
                    <a:pt x="2473" y="483"/>
                  </a:lnTo>
                  <a:lnTo>
                    <a:pt x="2477" y="1486"/>
                  </a:lnTo>
                  <a:lnTo>
                    <a:pt x="2481" y="586"/>
                  </a:lnTo>
                  <a:lnTo>
                    <a:pt x="2485" y="1399"/>
                  </a:lnTo>
                  <a:lnTo>
                    <a:pt x="2489" y="1547"/>
                  </a:lnTo>
                  <a:lnTo>
                    <a:pt x="2493" y="773"/>
                  </a:lnTo>
                  <a:lnTo>
                    <a:pt x="2497" y="922"/>
                  </a:lnTo>
                  <a:lnTo>
                    <a:pt x="2501" y="647"/>
                  </a:lnTo>
                  <a:lnTo>
                    <a:pt x="2505" y="797"/>
                  </a:lnTo>
                  <a:lnTo>
                    <a:pt x="2509" y="769"/>
                  </a:lnTo>
                  <a:lnTo>
                    <a:pt x="2513" y="642"/>
                  </a:lnTo>
                  <a:lnTo>
                    <a:pt x="2517" y="1305"/>
                  </a:lnTo>
                  <a:lnTo>
                    <a:pt x="2521" y="794"/>
                  </a:lnTo>
                  <a:lnTo>
                    <a:pt x="2525" y="584"/>
                  </a:lnTo>
                  <a:lnTo>
                    <a:pt x="2529" y="643"/>
                  </a:lnTo>
                  <a:lnTo>
                    <a:pt x="2533" y="1523"/>
                  </a:lnTo>
                  <a:lnTo>
                    <a:pt x="2537" y="888"/>
                  </a:lnTo>
                  <a:lnTo>
                    <a:pt x="2541" y="1034"/>
                  </a:lnTo>
                  <a:lnTo>
                    <a:pt x="2546" y="790"/>
                  </a:lnTo>
                  <a:lnTo>
                    <a:pt x="2550" y="802"/>
                  </a:lnTo>
                  <a:lnTo>
                    <a:pt x="2558" y="871"/>
                  </a:lnTo>
                  <a:lnTo>
                    <a:pt x="2562" y="816"/>
                  </a:lnTo>
                  <a:lnTo>
                    <a:pt x="2566" y="824"/>
                  </a:lnTo>
                  <a:lnTo>
                    <a:pt x="2570" y="1020"/>
                  </a:lnTo>
                  <a:lnTo>
                    <a:pt x="2574" y="742"/>
                  </a:lnTo>
                  <a:lnTo>
                    <a:pt x="2582" y="1100"/>
                  </a:lnTo>
                  <a:lnTo>
                    <a:pt x="2590" y="724"/>
                  </a:lnTo>
                  <a:lnTo>
                    <a:pt x="2594" y="793"/>
                  </a:lnTo>
                  <a:lnTo>
                    <a:pt x="2598" y="676"/>
                  </a:lnTo>
                  <a:lnTo>
                    <a:pt x="2602" y="787"/>
                  </a:lnTo>
                  <a:lnTo>
                    <a:pt x="2606" y="1167"/>
                  </a:lnTo>
                  <a:lnTo>
                    <a:pt x="2614" y="546"/>
                  </a:lnTo>
                  <a:lnTo>
                    <a:pt x="2619" y="581"/>
                  </a:lnTo>
                  <a:lnTo>
                    <a:pt x="2623" y="1401"/>
                  </a:lnTo>
                  <a:lnTo>
                    <a:pt x="2627" y="654"/>
                  </a:lnTo>
                  <a:lnTo>
                    <a:pt x="2631" y="449"/>
                  </a:lnTo>
                  <a:lnTo>
                    <a:pt x="2635" y="728"/>
                  </a:lnTo>
                  <a:lnTo>
                    <a:pt x="2639" y="781"/>
                  </a:lnTo>
                  <a:lnTo>
                    <a:pt x="2643" y="578"/>
                  </a:lnTo>
                  <a:lnTo>
                    <a:pt x="2647" y="747"/>
                  </a:lnTo>
                  <a:lnTo>
                    <a:pt x="2651" y="206"/>
                  </a:lnTo>
                  <a:lnTo>
                    <a:pt x="2655" y="352"/>
                  </a:lnTo>
                  <a:lnTo>
                    <a:pt x="2659" y="1082"/>
                  </a:lnTo>
                  <a:lnTo>
                    <a:pt x="2663" y="515"/>
                  </a:lnTo>
                  <a:lnTo>
                    <a:pt x="2675" y="1694"/>
                  </a:lnTo>
                  <a:lnTo>
                    <a:pt x="2679" y="926"/>
                  </a:lnTo>
                  <a:lnTo>
                    <a:pt x="2683" y="1147"/>
                  </a:lnTo>
                  <a:lnTo>
                    <a:pt x="2687" y="775"/>
                  </a:lnTo>
                  <a:lnTo>
                    <a:pt x="2692" y="1477"/>
                  </a:lnTo>
                  <a:lnTo>
                    <a:pt x="2696" y="851"/>
                  </a:lnTo>
                  <a:lnTo>
                    <a:pt x="2700" y="1363"/>
                  </a:lnTo>
                  <a:lnTo>
                    <a:pt x="2704" y="1408"/>
                  </a:lnTo>
                  <a:lnTo>
                    <a:pt x="2708" y="1196"/>
                  </a:lnTo>
                  <a:lnTo>
                    <a:pt x="2712" y="1353"/>
                  </a:lnTo>
                  <a:lnTo>
                    <a:pt x="2716" y="1190"/>
                  </a:lnTo>
                  <a:lnTo>
                    <a:pt x="2720" y="570"/>
                  </a:lnTo>
                  <a:lnTo>
                    <a:pt x="2724" y="1032"/>
                  </a:lnTo>
                  <a:lnTo>
                    <a:pt x="2732" y="1067"/>
                  </a:lnTo>
                  <a:lnTo>
                    <a:pt x="2736" y="645"/>
                  </a:lnTo>
                  <a:lnTo>
                    <a:pt x="2740" y="1171"/>
                  </a:lnTo>
                  <a:lnTo>
                    <a:pt x="2744" y="937"/>
                  </a:lnTo>
                  <a:lnTo>
                    <a:pt x="2752" y="1539"/>
                  </a:lnTo>
                  <a:lnTo>
                    <a:pt x="2756" y="671"/>
                  </a:lnTo>
                  <a:lnTo>
                    <a:pt x="2760" y="858"/>
                  </a:lnTo>
                  <a:lnTo>
                    <a:pt x="2765" y="834"/>
                  </a:lnTo>
                  <a:lnTo>
                    <a:pt x="2773" y="715"/>
                  </a:lnTo>
                  <a:lnTo>
                    <a:pt x="2777" y="833"/>
                  </a:lnTo>
                  <a:lnTo>
                    <a:pt x="2781" y="485"/>
                  </a:lnTo>
                  <a:lnTo>
                    <a:pt x="2785" y="371"/>
                  </a:lnTo>
                  <a:lnTo>
                    <a:pt x="2789" y="487"/>
                  </a:lnTo>
                  <a:lnTo>
                    <a:pt x="2793" y="1048"/>
                  </a:lnTo>
                  <a:lnTo>
                    <a:pt x="2797" y="1062"/>
                  </a:lnTo>
                  <a:lnTo>
                    <a:pt x="2801" y="786"/>
                  </a:lnTo>
                  <a:lnTo>
                    <a:pt x="2805" y="745"/>
                  </a:lnTo>
                  <a:lnTo>
                    <a:pt x="2809" y="852"/>
                  </a:lnTo>
                  <a:lnTo>
                    <a:pt x="2813" y="1027"/>
                  </a:lnTo>
                  <a:lnTo>
                    <a:pt x="2817" y="737"/>
                  </a:lnTo>
                  <a:lnTo>
                    <a:pt x="2821" y="755"/>
                  </a:lnTo>
                  <a:lnTo>
                    <a:pt x="2825" y="539"/>
                  </a:lnTo>
                  <a:lnTo>
                    <a:pt x="2829" y="1318"/>
                  </a:lnTo>
                  <a:lnTo>
                    <a:pt x="2833" y="1298"/>
                  </a:lnTo>
                  <a:lnTo>
                    <a:pt x="2838" y="1367"/>
                  </a:lnTo>
                  <a:lnTo>
                    <a:pt x="2842" y="1345"/>
                  </a:lnTo>
                  <a:lnTo>
                    <a:pt x="2846" y="1162"/>
                  </a:lnTo>
                  <a:lnTo>
                    <a:pt x="2850" y="473"/>
                  </a:lnTo>
                  <a:lnTo>
                    <a:pt x="2854" y="1124"/>
                  </a:lnTo>
                  <a:lnTo>
                    <a:pt x="2858" y="1110"/>
                  </a:lnTo>
                  <a:lnTo>
                    <a:pt x="2862" y="995"/>
                  </a:lnTo>
                  <a:lnTo>
                    <a:pt x="2866" y="561"/>
                  </a:lnTo>
                  <a:lnTo>
                    <a:pt x="2870" y="1300"/>
                  </a:lnTo>
                  <a:lnTo>
                    <a:pt x="2874" y="1071"/>
                  </a:lnTo>
                  <a:lnTo>
                    <a:pt x="2878" y="656"/>
                  </a:lnTo>
                  <a:lnTo>
                    <a:pt x="2882" y="1363"/>
                  </a:lnTo>
                  <a:lnTo>
                    <a:pt x="2886" y="1251"/>
                  </a:lnTo>
                  <a:lnTo>
                    <a:pt x="2890" y="1259"/>
                  </a:lnTo>
                  <a:lnTo>
                    <a:pt x="2894" y="1228"/>
                  </a:lnTo>
                  <a:lnTo>
                    <a:pt x="2898" y="1251"/>
                  </a:lnTo>
                  <a:lnTo>
                    <a:pt x="2902" y="1299"/>
                  </a:lnTo>
                  <a:lnTo>
                    <a:pt x="2906" y="716"/>
                  </a:lnTo>
                  <a:lnTo>
                    <a:pt x="2911" y="1279"/>
                  </a:lnTo>
                  <a:lnTo>
                    <a:pt x="2915" y="727"/>
                  </a:lnTo>
                  <a:lnTo>
                    <a:pt x="2919" y="829"/>
                  </a:lnTo>
                  <a:lnTo>
                    <a:pt x="2923" y="1640"/>
                  </a:lnTo>
                  <a:lnTo>
                    <a:pt x="2927" y="1660"/>
                  </a:lnTo>
                  <a:lnTo>
                    <a:pt x="2931" y="1337"/>
                  </a:lnTo>
                  <a:lnTo>
                    <a:pt x="2939" y="1112"/>
                  </a:lnTo>
                  <a:lnTo>
                    <a:pt x="2943" y="1426"/>
                  </a:lnTo>
                  <a:lnTo>
                    <a:pt x="2947" y="900"/>
                  </a:lnTo>
                  <a:lnTo>
                    <a:pt x="2955" y="1052"/>
                  </a:lnTo>
                  <a:lnTo>
                    <a:pt x="2959" y="163"/>
                  </a:lnTo>
                  <a:lnTo>
                    <a:pt x="2963" y="1151"/>
                  </a:lnTo>
                  <a:lnTo>
                    <a:pt x="2967" y="515"/>
                  </a:lnTo>
                  <a:lnTo>
                    <a:pt x="2971" y="590"/>
                  </a:lnTo>
                  <a:lnTo>
                    <a:pt x="2975" y="604"/>
                  </a:lnTo>
                  <a:lnTo>
                    <a:pt x="2979" y="679"/>
                  </a:lnTo>
                  <a:lnTo>
                    <a:pt x="2984" y="1399"/>
                  </a:lnTo>
                  <a:lnTo>
                    <a:pt x="2988" y="641"/>
                  </a:lnTo>
                  <a:lnTo>
                    <a:pt x="2992" y="1300"/>
                  </a:lnTo>
                  <a:lnTo>
                    <a:pt x="2996" y="1238"/>
                  </a:lnTo>
                  <a:lnTo>
                    <a:pt x="3000" y="1058"/>
                  </a:lnTo>
                  <a:lnTo>
                    <a:pt x="3004" y="1540"/>
                  </a:lnTo>
                  <a:lnTo>
                    <a:pt x="3008" y="727"/>
                  </a:lnTo>
                  <a:lnTo>
                    <a:pt x="3012" y="663"/>
                  </a:lnTo>
                  <a:lnTo>
                    <a:pt x="3024" y="1041"/>
                  </a:lnTo>
                  <a:lnTo>
                    <a:pt x="3028" y="1342"/>
                  </a:lnTo>
                  <a:lnTo>
                    <a:pt x="3032" y="1135"/>
                  </a:lnTo>
                  <a:lnTo>
                    <a:pt x="3036" y="1243"/>
                  </a:lnTo>
                  <a:lnTo>
                    <a:pt x="3040" y="1233"/>
                  </a:lnTo>
                  <a:lnTo>
                    <a:pt x="3044" y="1178"/>
                  </a:lnTo>
                  <a:lnTo>
                    <a:pt x="3048" y="1385"/>
                  </a:lnTo>
                  <a:lnTo>
                    <a:pt x="3052" y="1353"/>
                  </a:lnTo>
                  <a:lnTo>
                    <a:pt x="3057" y="848"/>
                  </a:lnTo>
                  <a:lnTo>
                    <a:pt x="3061" y="1549"/>
                  </a:lnTo>
                  <a:lnTo>
                    <a:pt x="3069" y="1404"/>
                  </a:lnTo>
                  <a:lnTo>
                    <a:pt x="3073" y="1416"/>
                  </a:lnTo>
                  <a:lnTo>
                    <a:pt x="3077" y="1095"/>
                  </a:lnTo>
                  <a:lnTo>
                    <a:pt x="3081" y="1107"/>
                  </a:lnTo>
                  <a:lnTo>
                    <a:pt x="3085" y="1108"/>
                  </a:lnTo>
                  <a:lnTo>
                    <a:pt x="3089" y="1018"/>
                  </a:lnTo>
                  <a:lnTo>
                    <a:pt x="3093" y="1202"/>
                  </a:lnTo>
                  <a:lnTo>
                    <a:pt x="3097" y="1228"/>
                  </a:lnTo>
                  <a:lnTo>
                    <a:pt x="3101" y="952"/>
                  </a:lnTo>
                  <a:lnTo>
                    <a:pt x="3105" y="862"/>
                  </a:lnTo>
                  <a:lnTo>
                    <a:pt x="3109" y="1066"/>
                  </a:lnTo>
                  <a:lnTo>
                    <a:pt x="3117" y="855"/>
                  </a:lnTo>
                  <a:lnTo>
                    <a:pt x="3121" y="1123"/>
                  </a:lnTo>
                  <a:lnTo>
                    <a:pt x="3125" y="1076"/>
                  </a:lnTo>
                  <a:lnTo>
                    <a:pt x="3130" y="918"/>
                  </a:lnTo>
                  <a:lnTo>
                    <a:pt x="3134" y="1360"/>
                  </a:lnTo>
                  <a:lnTo>
                    <a:pt x="3138" y="1247"/>
                  </a:lnTo>
                  <a:lnTo>
                    <a:pt x="3142" y="1259"/>
                  </a:lnTo>
                  <a:lnTo>
                    <a:pt x="3146" y="1452"/>
                  </a:lnTo>
                  <a:lnTo>
                    <a:pt x="3150" y="797"/>
                  </a:lnTo>
                  <a:lnTo>
                    <a:pt x="3154" y="744"/>
                  </a:lnTo>
                  <a:lnTo>
                    <a:pt x="3158" y="746"/>
                  </a:lnTo>
                  <a:lnTo>
                    <a:pt x="3162" y="1019"/>
                  </a:lnTo>
                  <a:lnTo>
                    <a:pt x="3166" y="837"/>
                  </a:lnTo>
                  <a:lnTo>
                    <a:pt x="3170" y="380"/>
                  </a:lnTo>
                  <a:lnTo>
                    <a:pt x="3174" y="874"/>
                  </a:lnTo>
                  <a:lnTo>
                    <a:pt x="3178" y="1009"/>
                  </a:lnTo>
                  <a:lnTo>
                    <a:pt x="3182" y="1064"/>
                  </a:lnTo>
                  <a:lnTo>
                    <a:pt x="3190" y="909"/>
                  </a:lnTo>
                  <a:lnTo>
                    <a:pt x="3194" y="909"/>
                  </a:lnTo>
                  <a:lnTo>
                    <a:pt x="3198" y="923"/>
                  </a:lnTo>
                  <a:lnTo>
                    <a:pt x="3202" y="1021"/>
                  </a:lnTo>
                  <a:lnTo>
                    <a:pt x="3207" y="978"/>
                  </a:lnTo>
                  <a:lnTo>
                    <a:pt x="3211" y="1083"/>
                  </a:lnTo>
                  <a:lnTo>
                    <a:pt x="3219" y="1640"/>
                  </a:lnTo>
                  <a:lnTo>
                    <a:pt x="3223" y="1085"/>
                  </a:lnTo>
                  <a:lnTo>
                    <a:pt x="3227" y="1522"/>
                  </a:lnTo>
                  <a:lnTo>
                    <a:pt x="3231" y="1682"/>
                  </a:lnTo>
                  <a:lnTo>
                    <a:pt x="3235" y="1577"/>
                  </a:lnTo>
                  <a:lnTo>
                    <a:pt x="3239" y="747"/>
                  </a:lnTo>
                  <a:lnTo>
                    <a:pt x="3243" y="888"/>
                  </a:lnTo>
                  <a:lnTo>
                    <a:pt x="3247" y="1339"/>
                  </a:lnTo>
                  <a:lnTo>
                    <a:pt x="3251" y="1336"/>
                  </a:lnTo>
                  <a:lnTo>
                    <a:pt x="3255" y="1133"/>
                  </a:lnTo>
                  <a:lnTo>
                    <a:pt x="3259" y="611"/>
                  </a:lnTo>
                  <a:lnTo>
                    <a:pt x="3263" y="1183"/>
                  </a:lnTo>
                  <a:lnTo>
                    <a:pt x="3271" y="1306"/>
                  </a:lnTo>
                  <a:lnTo>
                    <a:pt x="3275" y="574"/>
                  </a:lnTo>
                  <a:lnTo>
                    <a:pt x="3280" y="1239"/>
                  </a:lnTo>
                  <a:lnTo>
                    <a:pt x="3284" y="496"/>
                  </a:lnTo>
                  <a:lnTo>
                    <a:pt x="3288" y="390"/>
                  </a:lnTo>
                  <a:lnTo>
                    <a:pt x="3292" y="596"/>
                  </a:lnTo>
                  <a:lnTo>
                    <a:pt x="3296" y="1178"/>
                  </a:lnTo>
                  <a:lnTo>
                    <a:pt x="3300" y="1078"/>
                  </a:lnTo>
                  <a:lnTo>
                    <a:pt x="3304" y="1055"/>
                  </a:lnTo>
                  <a:lnTo>
                    <a:pt x="3312" y="1214"/>
                  </a:lnTo>
                  <a:lnTo>
                    <a:pt x="3320" y="953"/>
                  </a:lnTo>
                  <a:lnTo>
                    <a:pt x="3324" y="1148"/>
                  </a:lnTo>
                  <a:lnTo>
                    <a:pt x="3328" y="991"/>
                  </a:lnTo>
                  <a:lnTo>
                    <a:pt x="3332" y="514"/>
                  </a:lnTo>
                  <a:lnTo>
                    <a:pt x="3336" y="1307"/>
                  </a:lnTo>
                  <a:lnTo>
                    <a:pt x="3340" y="851"/>
                  </a:lnTo>
                  <a:lnTo>
                    <a:pt x="3344" y="788"/>
                  </a:lnTo>
                  <a:lnTo>
                    <a:pt x="3348" y="1396"/>
                  </a:lnTo>
                  <a:lnTo>
                    <a:pt x="3353" y="856"/>
                  </a:lnTo>
                  <a:lnTo>
                    <a:pt x="3357" y="1719"/>
                  </a:lnTo>
                  <a:lnTo>
                    <a:pt x="3361" y="868"/>
                  </a:lnTo>
                  <a:lnTo>
                    <a:pt x="3365" y="765"/>
                  </a:lnTo>
                  <a:lnTo>
                    <a:pt x="3369" y="778"/>
                  </a:lnTo>
                  <a:lnTo>
                    <a:pt x="3373" y="1257"/>
                  </a:lnTo>
                  <a:lnTo>
                    <a:pt x="3377" y="846"/>
                  </a:lnTo>
                  <a:lnTo>
                    <a:pt x="3381" y="1326"/>
                  </a:lnTo>
                  <a:lnTo>
                    <a:pt x="3385" y="455"/>
                  </a:lnTo>
                  <a:lnTo>
                    <a:pt x="3389" y="1110"/>
                  </a:lnTo>
                  <a:lnTo>
                    <a:pt x="3393" y="1233"/>
                  </a:lnTo>
                  <a:lnTo>
                    <a:pt x="3397" y="490"/>
                  </a:lnTo>
                  <a:lnTo>
                    <a:pt x="3401" y="1308"/>
                  </a:lnTo>
                  <a:lnTo>
                    <a:pt x="3405" y="793"/>
                  </a:lnTo>
                  <a:lnTo>
                    <a:pt x="3409" y="1216"/>
                  </a:lnTo>
                  <a:lnTo>
                    <a:pt x="3413" y="1216"/>
                  </a:lnTo>
                  <a:lnTo>
                    <a:pt x="3417" y="1508"/>
                  </a:lnTo>
                  <a:lnTo>
                    <a:pt x="3421" y="520"/>
                  </a:lnTo>
                  <a:lnTo>
                    <a:pt x="3426" y="1204"/>
                  </a:lnTo>
                  <a:lnTo>
                    <a:pt x="3430" y="619"/>
                  </a:lnTo>
                  <a:lnTo>
                    <a:pt x="3434" y="421"/>
                  </a:lnTo>
                  <a:lnTo>
                    <a:pt x="3438" y="775"/>
                  </a:lnTo>
                  <a:lnTo>
                    <a:pt x="3442" y="735"/>
                  </a:lnTo>
                  <a:lnTo>
                    <a:pt x="3446" y="593"/>
                  </a:lnTo>
                  <a:lnTo>
                    <a:pt x="3450" y="781"/>
                  </a:lnTo>
                  <a:lnTo>
                    <a:pt x="3454" y="1453"/>
                  </a:lnTo>
                  <a:lnTo>
                    <a:pt x="3458" y="659"/>
                  </a:lnTo>
                  <a:lnTo>
                    <a:pt x="3462" y="742"/>
                  </a:lnTo>
                  <a:lnTo>
                    <a:pt x="3466" y="1355"/>
                  </a:lnTo>
                  <a:lnTo>
                    <a:pt x="3470" y="976"/>
                  </a:lnTo>
                  <a:lnTo>
                    <a:pt x="3474" y="1354"/>
                  </a:lnTo>
                  <a:lnTo>
                    <a:pt x="3478" y="885"/>
                  </a:lnTo>
                  <a:lnTo>
                    <a:pt x="3482" y="1609"/>
                  </a:lnTo>
                  <a:lnTo>
                    <a:pt x="3490" y="760"/>
                  </a:lnTo>
                  <a:lnTo>
                    <a:pt x="3494" y="743"/>
                  </a:lnTo>
                  <a:lnTo>
                    <a:pt x="3503" y="424"/>
                  </a:lnTo>
                  <a:lnTo>
                    <a:pt x="3507" y="650"/>
                  </a:lnTo>
                  <a:lnTo>
                    <a:pt x="3511" y="1025"/>
                  </a:lnTo>
                  <a:lnTo>
                    <a:pt x="3515" y="537"/>
                  </a:lnTo>
                  <a:lnTo>
                    <a:pt x="3519" y="363"/>
                  </a:lnTo>
                  <a:lnTo>
                    <a:pt x="3523" y="1150"/>
                  </a:lnTo>
                  <a:lnTo>
                    <a:pt x="3531" y="361"/>
                  </a:lnTo>
                  <a:lnTo>
                    <a:pt x="3535" y="592"/>
                  </a:lnTo>
                  <a:lnTo>
                    <a:pt x="3539" y="491"/>
                  </a:lnTo>
                  <a:lnTo>
                    <a:pt x="3543" y="741"/>
                  </a:lnTo>
                  <a:lnTo>
                    <a:pt x="3547" y="687"/>
                  </a:lnTo>
                  <a:lnTo>
                    <a:pt x="3551" y="667"/>
                  </a:lnTo>
                  <a:lnTo>
                    <a:pt x="3555" y="665"/>
                  </a:lnTo>
                  <a:lnTo>
                    <a:pt x="3559" y="224"/>
                  </a:lnTo>
                  <a:lnTo>
                    <a:pt x="3563" y="517"/>
                  </a:lnTo>
                  <a:lnTo>
                    <a:pt x="3567" y="559"/>
                  </a:lnTo>
                  <a:lnTo>
                    <a:pt x="3572" y="565"/>
                  </a:lnTo>
                  <a:lnTo>
                    <a:pt x="3576" y="470"/>
                  </a:lnTo>
                  <a:lnTo>
                    <a:pt x="3580" y="658"/>
                  </a:lnTo>
                  <a:lnTo>
                    <a:pt x="3584" y="631"/>
                  </a:lnTo>
                  <a:lnTo>
                    <a:pt x="3588" y="629"/>
                  </a:lnTo>
                  <a:lnTo>
                    <a:pt x="3592" y="648"/>
                  </a:lnTo>
                  <a:lnTo>
                    <a:pt x="3596" y="1146"/>
                  </a:lnTo>
                  <a:lnTo>
                    <a:pt x="3600" y="1083"/>
                  </a:lnTo>
                  <a:lnTo>
                    <a:pt x="3604" y="1134"/>
                  </a:lnTo>
                  <a:lnTo>
                    <a:pt x="3608" y="1068"/>
                  </a:lnTo>
                  <a:lnTo>
                    <a:pt x="3612" y="1044"/>
                  </a:lnTo>
                  <a:lnTo>
                    <a:pt x="3616" y="1178"/>
                  </a:lnTo>
                  <a:lnTo>
                    <a:pt x="3620" y="1102"/>
                  </a:lnTo>
                  <a:lnTo>
                    <a:pt x="3624" y="1101"/>
                  </a:lnTo>
                  <a:lnTo>
                    <a:pt x="3628" y="470"/>
                  </a:lnTo>
                  <a:lnTo>
                    <a:pt x="3632" y="417"/>
                  </a:lnTo>
                  <a:lnTo>
                    <a:pt x="3636" y="1045"/>
                  </a:lnTo>
                  <a:lnTo>
                    <a:pt x="3640" y="463"/>
                  </a:lnTo>
                  <a:lnTo>
                    <a:pt x="3645" y="1070"/>
                  </a:lnTo>
                  <a:lnTo>
                    <a:pt x="3649" y="1173"/>
                  </a:lnTo>
                  <a:lnTo>
                    <a:pt x="3653" y="1053"/>
                  </a:lnTo>
                  <a:lnTo>
                    <a:pt x="3657" y="1024"/>
                  </a:lnTo>
                  <a:lnTo>
                    <a:pt x="3661" y="563"/>
                  </a:lnTo>
                  <a:lnTo>
                    <a:pt x="3665" y="1035"/>
                  </a:lnTo>
                  <a:lnTo>
                    <a:pt x="3669" y="617"/>
                  </a:lnTo>
                  <a:lnTo>
                    <a:pt x="3673" y="447"/>
                  </a:lnTo>
                  <a:lnTo>
                    <a:pt x="3677" y="1189"/>
                  </a:lnTo>
                  <a:lnTo>
                    <a:pt x="3681" y="951"/>
                  </a:lnTo>
                  <a:lnTo>
                    <a:pt x="3689" y="1095"/>
                  </a:lnTo>
                  <a:lnTo>
                    <a:pt x="3693" y="1115"/>
                  </a:lnTo>
                  <a:lnTo>
                    <a:pt x="3697" y="1055"/>
                  </a:lnTo>
                  <a:lnTo>
                    <a:pt x="3701" y="828"/>
                  </a:lnTo>
                  <a:lnTo>
                    <a:pt x="3705" y="242"/>
                  </a:lnTo>
                  <a:lnTo>
                    <a:pt x="3709" y="612"/>
                  </a:lnTo>
                  <a:lnTo>
                    <a:pt x="3713" y="485"/>
                  </a:lnTo>
                  <a:lnTo>
                    <a:pt x="3718" y="945"/>
                  </a:lnTo>
                  <a:lnTo>
                    <a:pt x="3722" y="745"/>
                  </a:lnTo>
                  <a:lnTo>
                    <a:pt x="3726" y="676"/>
                  </a:lnTo>
                  <a:lnTo>
                    <a:pt x="3730" y="1191"/>
                  </a:lnTo>
                  <a:lnTo>
                    <a:pt x="3734" y="952"/>
                  </a:lnTo>
                  <a:lnTo>
                    <a:pt x="3738" y="1332"/>
                  </a:lnTo>
                  <a:lnTo>
                    <a:pt x="3742" y="766"/>
                  </a:lnTo>
                  <a:lnTo>
                    <a:pt x="3746" y="929"/>
                  </a:lnTo>
                  <a:lnTo>
                    <a:pt x="3750" y="505"/>
                  </a:lnTo>
                  <a:lnTo>
                    <a:pt x="3754" y="812"/>
                  </a:lnTo>
                  <a:lnTo>
                    <a:pt x="3758" y="412"/>
                  </a:lnTo>
                  <a:lnTo>
                    <a:pt x="3762" y="563"/>
                  </a:lnTo>
                  <a:lnTo>
                    <a:pt x="3766" y="1147"/>
                  </a:lnTo>
                  <a:lnTo>
                    <a:pt x="3770" y="981"/>
                  </a:lnTo>
                  <a:lnTo>
                    <a:pt x="3778" y="1174"/>
                  </a:lnTo>
                  <a:lnTo>
                    <a:pt x="3782" y="898"/>
                  </a:lnTo>
                  <a:lnTo>
                    <a:pt x="3786" y="1009"/>
                  </a:lnTo>
                  <a:lnTo>
                    <a:pt x="3791" y="864"/>
                  </a:lnTo>
                  <a:lnTo>
                    <a:pt x="3795" y="1074"/>
                  </a:lnTo>
                  <a:lnTo>
                    <a:pt x="3799" y="1010"/>
                  </a:lnTo>
                  <a:lnTo>
                    <a:pt x="3803" y="1120"/>
                  </a:lnTo>
                  <a:lnTo>
                    <a:pt x="3807" y="1001"/>
                  </a:lnTo>
                  <a:lnTo>
                    <a:pt x="3811" y="1291"/>
                  </a:lnTo>
                  <a:lnTo>
                    <a:pt x="3815" y="1079"/>
                  </a:lnTo>
                  <a:lnTo>
                    <a:pt x="3819" y="1127"/>
                  </a:lnTo>
                  <a:lnTo>
                    <a:pt x="3823" y="990"/>
                  </a:lnTo>
                  <a:lnTo>
                    <a:pt x="3827" y="982"/>
                  </a:lnTo>
                  <a:lnTo>
                    <a:pt x="3831" y="982"/>
                  </a:lnTo>
                  <a:lnTo>
                    <a:pt x="3835" y="1058"/>
                  </a:lnTo>
                  <a:lnTo>
                    <a:pt x="3839" y="1077"/>
                  </a:lnTo>
                  <a:lnTo>
                    <a:pt x="3843" y="1008"/>
                  </a:lnTo>
                  <a:lnTo>
                    <a:pt x="3847" y="982"/>
                  </a:lnTo>
                  <a:lnTo>
                    <a:pt x="3851" y="982"/>
                  </a:lnTo>
                  <a:lnTo>
                    <a:pt x="3855" y="1010"/>
                  </a:lnTo>
                  <a:lnTo>
                    <a:pt x="3859" y="914"/>
                  </a:lnTo>
                  <a:lnTo>
                    <a:pt x="3868" y="1058"/>
                  </a:lnTo>
                  <a:lnTo>
                    <a:pt x="3872" y="980"/>
                  </a:lnTo>
                  <a:lnTo>
                    <a:pt x="3876" y="1061"/>
                  </a:lnTo>
                  <a:lnTo>
                    <a:pt x="3880" y="1051"/>
                  </a:lnTo>
                  <a:lnTo>
                    <a:pt x="3884" y="518"/>
                  </a:lnTo>
                  <a:lnTo>
                    <a:pt x="3888" y="1156"/>
                  </a:lnTo>
                  <a:lnTo>
                    <a:pt x="3892" y="1215"/>
                  </a:lnTo>
                  <a:lnTo>
                    <a:pt x="3896" y="1088"/>
                  </a:lnTo>
                  <a:lnTo>
                    <a:pt x="3900" y="1184"/>
                  </a:lnTo>
                  <a:lnTo>
                    <a:pt x="3904" y="1137"/>
                  </a:lnTo>
                  <a:lnTo>
                    <a:pt x="3908" y="990"/>
                  </a:lnTo>
                  <a:lnTo>
                    <a:pt x="3912" y="1043"/>
                  </a:lnTo>
                  <a:lnTo>
                    <a:pt x="3916" y="880"/>
                  </a:lnTo>
                  <a:lnTo>
                    <a:pt x="3924" y="990"/>
                  </a:lnTo>
                  <a:lnTo>
                    <a:pt x="3928" y="662"/>
                  </a:lnTo>
                  <a:lnTo>
                    <a:pt x="3932" y="1027"/>
                  </a:lnTo>
                  <a:lnTo>
                    <a:pt x="3937" y="884"/>
                  </a:lnTo>
                  <a:lnTo>
                    <a:pt x="3941" y="1034"/>
                  </a:lnTo>
                  <a:lnTo>
                    <a:pt x="3945" y="868"/>
                  </a:lnTo>
                  <a:lnTo>
                    <a:pt x="3953" y="1246"/>
                  </a:lnTo>
                  <a:lnTo>
                    <a:pt x="3957" y="1001"/>
                  </a:lnTo>
                  <a:lnTo>
                    <a:pt x="3961" y="546"/>
                  </a:lnTo>
                  <a:lnTo>
                    <a:pt x="3969" y="1230"/>
                  </a:lnTo>
                  <a:lnTo>
                    <a:pt x="3973" y="697"/>
                  </a:lnTo>
                  <a:lnTo>
                    <a:pt x="3977" y="1138"/>
                  </a:lnTo>
                  <a:lnTo>
                    <a:pt x="3981" y="1080"/>
                  </a:lnTo>
                  <a:lnTo>
                    <a:pt x="3985" y="947"/>
                  </a:lnTo>
                  <a:lnTo>
                    <a:pt x="3993" y="1068"/>
                  </a:lnTo>
                  <a:lnTo>
                    <a:pt x="3997" y="1052"/>
                  </a:lnTo>
                  <a:lnTo>
                    <a:pt x="4001" y="911"/>
                  </a:lnTo>
                  <a:lnTo>
                    <a:pt x="4005" y="625"/>
                  </a:lnTo>
                  <a:lnTo>
                    <a:pt x="4009" y="896"/>
                  </a:lnTo>
                  <a:lnTo>
                    <a:pt x="4014" y="992"/>
                  </a:lnTo>
                  <a:lnTo>
                    <a:pt x="4018" y="774"/>
                  </a:lnTo>
                  <a:lnTo>
                    <a:pt x="4026" y="1208"/>
                  </a:lnTo>
                  <a:lnTo>
                    <a:pt x="4034" y="617"/>
                  </a:lnTo>
                  <a:lnTo>
                    <a:pt x="4038" y="960"/>
                  </a:lnTo>
                  <a:lnTo>
                    <a:pt x="4042" y="1000"/>
                  </a:lnTo>
                  <a:lnTo>
                    <a:pt x="4046" y="1130"/>
                  </a:lnTo>
                  <a:lnTo>
                    <a:pt x="4050" y="1094"/>
                  </a:lnTo>
                  <a:lnTo>
                    <a:pt x="4054" y="1145"/>
                  </a:lnTo>
                  <a:lnTo>
                    <a:pt x="4058" y="1392"/>
                  </a:lnTo>
                  <a:lnTo>
                    <a:pt x="4062" y="1010"/>
                  </a:lnTo>
                  <a:lnTo>
                    <a:pt x="4062" y="1010"/>
                  </a:lnTo>
                </a:path>
              </a:pathLst>
            </a:custGeom>
            <a:noFill/>
            <a:ln w="14604" cap="sq">
              <a:solidFill>
                <a:srgbClr val="0072B2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7117174" y="7256325"/>
            <a:ext cx="2587125" cy="1215743"/>
            <a:chOff x="0" y="0"/>
            <a:chExt cx="2587125" cy="1215743"/>
          </a:xfrm>
        </p:grpSpPr>
        <p:sp>
          <p:nvSpPr>
            <p:cNvPr id="108" name="path 108"/>
            <p:cNvSpPr/>
            <p:nvPr/>
          </p:nvSpPr>
          <p:spPr>
            <a:xfrm>
              <a:off x="1270" y="1269"/>
              <a:ext cx="2584584" cy="1214473"/>
            </a:xfrm>
            <a:custGeom>
              <a:avLst/>
              <a:gdLst/>
              <a:ahLst/>
              <a:cxnLst/>
              <a:rect l="0" t="0" r="0" b="0"/>
              <a:pathLst>
                <a:path w="4070" h="1912">
                  <a:moveTo>
                    <a:pt x="9" y="759"/>
                  </a:moveTo>
                  <a:lnTo>
                    <a:pt x="13" y="703"/>
                  </a:lnTo>
                  <a:lnTo>
                    <a:pt x="17" y="487"/>
                  </a:lnTo>
                  <a:lnTo>
                    <a:pt x="21" y="605"/>
                  </a:lnTo>
                  <a:lnTo>
                    <a:pt x="25" y="263"/>
                  </a:lnTo>
                  <a:lnTo>
                    <a:pt x="29" y="367"/>
                  </a:lnTo>
                  <a:lnTo>
                    <a:pt x="33" y="946"/>
                  </a:lnTo>
                  <a:lnTo>
                    <a:pt x="37" y="831"/>
                  </a:lnTo>
                  <a:lnTo>
                    <a:pt x="41" y="237"/>
                  </a:lnTo>
                  <a:lnTo>
                    <a:pt x="50" y="888"/>
                  </a:lnTo>
                  <a:lnTo>
                    <a:pt x="54" y="902"/>
                  </a:lnTo>
                  <a:lnTo>
                    <a:pt x="62" y="1317"/>
                  </a:lnTo>
                  <a:lnTo>
                    <a:pt x="66" y="496"/>
                  </a:lnTo>
                  <a:lnTo>
                    <a:pt x="74" y="1126"/>
                  </a:lnTo>
                  <a:lnTo>
                    <a:pt x="78" y="1039"/>
                  </a:lnTo>
                  <a:lnTo>
                    <a:pt x="82" y="1152"/>
                  </a:lnTo>
                  <a:lnTo>
                    <a:pt x="86" y="680"/>
                  </a:lnTo>
                  <a:lnTo>
                    <a:pt x="90" y="909"/>
                  </a:lnTo>
                  <a:lnTo>
                    <a:pt x="94" y="1429"/>
                  </a:lnTo>
                  <a:lnTo>
                    <a:pt x="98" y="331"/>
                  </a:lnTo>
                  <a:lnTo>
                    <a:pt x="102" y="1049"/>
                  </a:lnTo>
                  <a:lnTo>
                    <a:pt x="106" y="1088"/>
                  </a:lnTo>
                  <a:lnTo>
                    <a:pt x="118" y="704"/>
                  </a:lnTo>
                  <a:lnTo>
                    <a:pt x="123" y="911"/>
                  </a:lnTo>
                  <a:lnTo>
                    <a:pt x="127" y="732"/>
                  </a:lnTo>
                  <a:lnTo>
                    <a:pt x="131" y="706"/>
                  </a:lnTo>
                  <a:lnTo>
                    <a:pt x="135" y="51"/>
                  </a:lnTo>
                  <a:lnTo>
                    <a:pt x="139" y="1043"/>
                  </a:lnTo>
                  <a:lnTo>
                    <a:pt x="143" y="1054"/>
                  </a:lnTo>
                  <a:lnTo>
                    <a:pt x="147" y="1032"/>
                  </a:lnTo>
                  <a:lnTo>
                    <a:pt x="151" y="1233"/>
                  </a:lnTo>
                  <a:lnTo>
                    <a:pt x="155" y="1294"/>
                  </a:lnTo>
                  <a:lnTo>
                    <a:pt x="159" y="1156"/>
                  </a:lnTo>
                  <a:lnTo>
                    <a:pt x="167" y="1261"/>
                  </a:lnTo>
                  <a:lnTo>
                    <a:pt x="171" y="1169"/>
                  </a:lnTo>
                  <a:lnTo>
                    <a:pt x="175" y="418"/>
                  </a:lnTo>
                  <a:lnTo>
                    <a:pt x="179" y="1132"/>
                  </a:lnTo>
                  <a:lnTo>
                    <a:pt x="183" y="1023"/>
                  </a:lnTo>
                  <a:lnTo>
                    <a:pt x="187" y="1333"/>
                  </a:lnTo>
                  <a:lnTo>
                    <a:pt x="191" y="846"/>
                  </a:lnTo>
                  <a:lnTo>
                    <a:pt x="196" y="714"/>
                  </a:lnTo>
                  <a:lnTo>
                    <a:pt x="200" y="705"/>
                  </a:lnTo>
                  <a:lnTo>
                    <a:pt x="204" y="916"/>
                  </a:lnTo>
                  <a:lnTo>
                    <a:pt x="208" y="696"/>
                  </a:lnTo>
                  <a:lnTo>
                    <a:pt x="216" y="809"/>
                  </a:lnTo>
                  <a:lnTo>
                    <a:pt x="220" y="640"/>
                  </a:lnTo>
                  <a:lnTo>
                    <a:pt x="224" y="740"/>
                  </a:lnTo>
                  <a:lnTo>
                    <a:pt x="228" y="729"/>
                  </a:lnTo>
                  <a:lnTo>
                    <a:pt x="240" y="995"/>
                  </a:lnTo>
                  <a:lnTo>
                    <a:pt x="244" y="931"/>
                  </a:lnTo>
                  <a:lnTo>
                    <a:pt x="248" y="943"/>
                  </a:lnTo>
                  <a:lnTo>
                    <a:pt x="252" y="1086"/>
                  </a:lnTo>
                  <a:lnTo>
                    <a:pt x="256" y="606"/>
                  </a:lnTo>
                  <a:lnTo>
                    <a:pt x="260" y="1156"/>
                  </a:lnTo>
                  <a:lnTo>
                    <a:pt x="264" y="1239"/>
                  </a:lnTo>
                  <a:lnTo>
                    <a:pt x="269" y="1215"/>
                  </a:lnTo>
                  <a:lnTo>
                    <a:pt x="273" y="1328"/>
                  </a:lnTo>
                  <a:lnTo>
                    <a:pt x="277" y="1358"/>
                  </a:lnTo>
                  <a:lnTo>
                    <a:pt x="281" y="593"/>
                  </a:lnTo>
                  <a:lnTo>
                    <a:pt x="285" y="1144"/>
                  </a:lnTo>
                  <a:lnTo>
                    <a:pt x="289" y="530"/>
                  </a:lnTo>
                  <a:lnTo>
                    <a:pt x="293" y="737"/>
                  </a:lnTo>
                  <a:lnTo>
                    <a:pt x="297" y="826"/>
                  </a:lnTo>
                  <a:lnTo>
                    <a:pt x="301" y="607"/>
                  </a:lnTo>
                  <a:lnTo>
                    <a:pt x="305" y="817"/>
                  </a:lnTo>
                  <a:lnTo>
                    <a:pt x="309" y="725"/>
                  </a:lnTo>
                  <a:lnTo>
                    <a:pt x="313" y="767"/>
                  </a:lnTo>
                  <a:lnTo>
                    <a:pt x="317" y="169"/>
                  </a:lnTo>
                  <a:lnTo>
                    <a:pt x="321" y="1055"/>
                  </a:lnTo>
                  <a:lnTo>
                    <a:pt x="325" y="941"/>
                  </a:lnTo>
                  <a:lnTo>
                    <a:pt x="329" y="739"/>
                  </a:lnTo>
                  <a:lnTo>
                    <a:pt x="333" y="1174"/>
                  </a:lnTo>
                  <a:lnTo>
                    <a:pt x="342" y="428"/>
                  </a:lnTo>
                  <a:lnTo>
                    <a:pt x="346" y="356"/>
                  </a:lnTo>
                  <a:lnTo>
                    <a:pt x="354" y="808"/>
                  </a:lnTo>
                  <a:lnTo>
                    <a:pt x="358" y="554"/>
                  </a:lnTo>
                  <a:lnTo>
                    <a:pt x="362" y="1101"/>
                  </a:lnTo>
                  <a:lnTo>
                    <a:pt x="366" y="602"/>
                  </a:lnTo>
                  <a:lnTo>
                    <a:pt x="370" y="586"/>
                  </a:lnTo>
                  <a:lnTo>
                    <a:pt x="374" y="1022"/>
                  </a:lnTo>
                  <a:lnTo>
                    <a:pt x="378" y="1034"/>
                  </a:lnTo>
                  <a:lnTo>
                    <a:pt x="382" y="1024"/>
                  </a:lnTo>
                  <a:lnTo>
                    <a:pt x="386" y="1630"/>
                  </a:lnTo>
                  <a:lnTo>
                    <a:pt x="394" y="755"/>
                  </a:lnTo>
                  <a:lnTo>
                    <a:pt x="398" y="814"/>
                  </a:lnTo>
                  <a:lnTo>
                    <a:pt x="402" y="1029"/>
                  </a:lnTo>
                  <a:lnTo>
                    <a:pt x="406" y="894"/>
                  </a:lnTo>
                  <a:lnTo>
                    <a:pt x="410" y="1054"/>
                  </a:lnTo>
                  <a:lnTo>
                    <a:pt x="415" y="847"/>
                  </a:lnTo>
                  <a:lnTo>
                    <a:pt x="419" y="834"/>
                  </a:lnTo>
                  <a:lnTo>
                    <a:pt x="423" y="774"/>
                  </a:lnTo>
                  <a:lnTo>
                    <a:pt x="427" y="985"/>
                  </a:lnTo>
                  <a:lnTo>
                    <a:pt x="431" y="248"/>
                  </a:lnTo>
                  <a:lnTo>
                    <a:pt x="435" y="923"/>
                  </a:lnTo>
                  <a:lnTo>
                    <a:pt x="439" y="406"/>
                  </a:lnTo>
                  <a:lnTo>
                    <a:pt x="447" y="997"/>
                  </a:lnTo>
                  <a:lnTo>
                    <a:pt x="451" y="1041"/>
                  </a:lnTo>
                  <a:lnTo>
                    <a:pt x="455" y="273"/>
                  </a:lnTo>
                  <a:lnTo>
                    <a:pt x="459" y="273"/>
                  </a:lnTo>
                  <a:lnTo>
                    <a:pt x="463" y="920"/>
                  </a:lnTo>
                  <a:lnTo>
                    <a:pt x="467" y="949"/>
                  </a:lnTo>
                  <a:lnTo>
                    <a:pt x="471" y="776"/>
                  </a:lnTo>
                  <a:lnTo>
                    <a:pt x="483" y="825"/>
                  </a:lnTo>
                  <a:lnTo>
                    <a:pt x="488" y="909"/>
                  </a:lnTo>
                  <a:lnTo>
                    <a:pt x="496" y="194"/>
                  </a:lnTo>
                  <a:lnTo>
                    <a:pt x="500" y="329"/>
                  </a:lnTo>
                  <a:lnTo>
                    <a:pt x="504" y="753"/>
                  </a:lnTo>
                  <a:lnTo>
                    <a:pt x="508" y="872"/>
                  </a:lnTo>
                  <a:lnTo>
                    <a:pt x="516" y="665"/>
                  </a:lnTo>
                  <a:lnTo>
                    <a:pt x="520" y="658"/>
                  </a:lnTo>
                  <a:lnTo>
                    <a:pt x="524" y="725"/>
                  </a:lnTo>
                  <a:lnTo>
                    <a:pt x="528" y="1323"/>
                  </a:lnTo>
                  <a:lnTo>
                    <a:pt x="532" y="1247"/>
                  </a:lnTo>
                  <a:lnTo>
                    <a:pt x="536" y="980"/>
                  </a:lnTo>
                  <a:lnTo>
                    <a:pt x="540" y="1274"/>
                  </a:lnTo>
                  <a:lnTo>
                    <a:pt x="544" y="1344"/>
                  </a:lnTo>
                  <a:lnTo>
                    <a:pt x="552" y="1010"/>
                  </a:lnTo>
                  <a:lnTo>
                    <a:pt x="556" y="1261"/>
                  </a:lnTo>
                  <a:lnTo>
                    <a:pt x="561" y="1212"/>
                  </a:lnTo>
                  <a:lnTo>
                    <a:pt x="565" y="1077"/>
                  </a:lnTo>
                  <a:lnTo>
                    <a:pt x="569" y="1328"/>
                  </a:lnTo>
                  <a:lnTo>
                    <a:pt x="573" y="373"/>
                  </a:lnTo>
                  <a:lnTo>
                    <a:pt x="577" y="1048"/>
                  </a:lnTo>
                  <a:lnTo>
                    <a:pt x="581" y="1102"/>
                  </a:lnTo>
                  <a:lnTo>
                    <a:pt x="585" y="1060"/>
                  </a:lnTo>
                  <a:lnTo>
                    <a:pt x="589" y="1049"/>
                  </a:lnTo>
                  <a:lnTo>
                    <a:pt x="593" y="943"/>
                  </a:lnTo>
                  <a:lnTo>
                    <a:pt x="597" y="496"/>
                  </a:lnTo>
                  <a:lnTo>
                    <a:pt x="601" y="1042"/>
                  </a:lnTo>
                  <a:lnTo>
                    <a:pt x="605" y="1193"/>
                  </a:lnTo>
                  <a:lnTo>
                    <a:pt x="609" y="1136"/>
                  </a:lnTo>
                  <a:lnTo>
                    <a:pt x="613" y="875"/>
                  </a:lnTo>
                  <a:lnTo>
                    <a:pt x="621" y="1152"/>
                  </a:lnTo>
                  <a:lnTo>
                    <a:pt x="625" y="1165"/>
                  </a:lnTo>
                  <a:lnTo>
                    <a:pt x="629" y="1065"/>
                  </a:lnTo>
                  <a:lnTo>
                    <a:pt x="634" y="1259"/>
                  </a:lnTo>
                  <a:lnTo>
                    <a:pt x="638" y="701"/>
                  </a:lnTo>
                  <a:lnTo>
                    <a:pt x="642" y="1176"/>
                  </a:lnTo>
                  <a:lnTo>
                    <a:pt x="646" y="1251"/>
                  </a:lnTo>
                  <a:lnTo>
                    <a:pt x="650" y="1375"/>
                  </a:lnTo>
                  <a:lnTo>
                    <a:pt x="654" y="872"/>
                  </a:lnTo>
                  <a:lnTo>
                    <a:pt x="658" y="887"/>
                  </a:lnTo>
                  <a:lnTo>
                    <a:pt x="662" y="795"/>
                  </a:lnTo>
                  <a:lnTo>
                    <a:pt x="666" y="834"/>
                  </a:lnTo>
                  <a:lnTo>
                    <a:pt x="674" y="783"/>
                  </a:lnTo>
                  <a:lnTo>
                    <a:pt x="678" y="635"/>
                  </a:lnTo>
                  <a:lnTo>
                    <a:pt x="686" y="1080"/>
                  </a:lnTo>
                  <a:lnTo>
                    <a:pt x="690" y="1098"/>
                  </a:lnTo>
                  <a:lnTo>
                    <a:pt x="698" y="518"/>
                  </a:lnTo>
                  <a:lnTo>
                    <a:pt x="707" y="1258"/>
                  </a:lnTo>
                  <a:lnTo>
                    <a:pt x="711" y="971"/>
                  </a:lnTo>
                  <a:lnTo>
                    <a:pt x="715" y="403"/>
                  </a:lnTo>
                  <a:lnTo>
                    <a:pt x="719" y="280"/>
                  </a:lnTo>
                  <a:lnTo>
                    <a:pt x="723" y="1035"/>
                  </a:lnTo>
                  <a:lnTo>
                    <a:pt x="727" y="1031"/>
                  </a:lnTo>
                  <a:lnTo>
                    <a:pt x="731" y="897"/>
                  </a:lnTo>
                  <a:lnTo>
                    <a:pt x="735" y="963"/>
                  </a:lnTo>
                  <a:lnTo>
                    <a:pt x="739" y="592"/>
                  </a:lnTo>
                  <a:lnTo>
                    <a:pt x="743" y="1066"/>
                  </a:lnTo>
                  <a:lnTo>
                    <a:pt x="747" y="673"/>
                  </a:lnTo>
                  <a:lnTo>
                    <a:pt x="751" y="987"/>
                  </a:lnTo>
                  <a:lnTo>
                    <a:pt x="755" y="963"/>
                  </a:lnTo>
                  <a:lnTo>
                    <a:pt x="759" y="658"/>
                  </a:lnTo>
                  <a:lnTo>
                    <a:pt x="763" y="741"/>
                  </a:lnTo>
                  <a:lnTo>
                    <a:pt x="767" y="1027"/>
                  </a:lnTo>
                  <a:lnTo>
                    <a:pt x="771" y="605"/>
                  </a:lnTo>
                  <a:lnTo>
                    <a:pt x="775" y="1265"/>
                  </a:lnTo>
                  <a:lnTo>
                    <a:pt x="780" y="1392"/>
                  </a:lnTo>
                  <a:lnTo>
                    <a:pt x="784" y="1205"/>
                  </a:lnTo>
                  <a:lnTo>
                    <a:pt x="788" y="1136"/>
                  </a:lnTo>
                  <a:lnTo>
                    <a:pt x="792" y="1236"/>
                  </a:lnTo>
                  <a:lnTo>
                    <a:pt x="800" y="1044"/>
                  </a:lnTo>
                  <a:lnTo>
                    <a:pt x="804" y="737"/>
                  </a:lnTo>
                  <a:lnTo>
                    <a:pt x="808" y="729"/>
                  </a:lnTo>
                  <a:lnTo>
                    <a:pt x="812" y="685"/>
                  </a:lnTo>
                  <a:lnTo>
                    <a:pt x="816" y="701"/>
                  </a:lnTo>
                  <a:lnTo>
                    <a:pt x="820" y="547"/>
                  </a:lnTo>
                  <a:lnTo>
                    <a:pt x="824" y="561"/>
                  </a:lnTo>
                  <a:lnTo>
                    <a:pt x="828" y="473"/>
                  </a:lnTo>
                  <a:lnTo>
                    <a:pt x="832" y="631"/>
                  </a:lnTo>
                  <a:lnTo>
                    <a:pt x="836" y="538"/>
                  </a:lnTo>
                  <a:lnTo>
                    <a:pt x="840" y="627"/>
                  </a:lnTo>
                  <a:lnTo>
                    <a:pt x="844" y="1060"/>
                  </a:lnTo>
                  <a:lnTo>
                    <a:pt x="848" y="638"/>
                  </a:lnTo>
                  <a:lnTo>
                    <a:pt x="852" y="925"/>
                  </a:lnTo>
                  <a:lnTo>
                    <a:pt x="857" y="923"/>
                  </a:lnTo>
                  <a:lnTo>
                    <a:pt x="861" y="817"/>
                  </a:lnTo>
                  <a:lnTo>
                    <a:pt x="865" y="117"/>
                  </a:lnTo>
                  <a:lnTo>
                    <a:pt x="869" y="808"/>
                  </a:lnTo>
                  <a:lnTo>
                    <a:pt x="873" y="936"/>
                  </a:lnTo>
                  <a:lnTo>
                    <a:pt x="877" y="1154"/>
                  </a:lnTo>
                  <a:lnTo>
                    <a:pt x="881" y="477"/>
                  </a:lnTo>
                  <a:lnTo>
                    <a:pt x="885" y="542"/>
                  </a:lnTo>
                  <a:lnTo>
                    <a:pt x="889" y="737"/>
                  </a:lnTo>
                  <a:lnTo>
                    <a:pt x="893" y="619"/>
                  </a:lnTo>
                  <a:lnTo>
                    <a:pt x="897" y="665"/>
                  </a:lnTo>
                  <a:lnTo>
                    <a:pt x="901" y="188"/>
                  </a:lnTo>
                  <a:lnTo>
                    <a:pt x="905" y="914"/>
                  </a:lnTo>
                  <a:lnTo>
                    <a:pt x="909" y="782"/>
                  </a:lnTo>
                  <a:lnTo>
                    <a:pt x="913" y="1244"/>
                  </a:lnTo>
                  <a:lnTo>
                    <a:pt x="917" y="1236"/>
                  </a:lnTo>
                  <a:lnTo>
                    <a:pt x="921" y="898"/>
                  </a:lnTo>
                  <a:lnTo>
                    <a:pt x="925" y="116"/>
                  </a:lnTo>
                  <a:lnTo>
                    <a:pt x="930" y="829"/>
                  </a:lnTo>
                  <a:lnTo>
                    <a:pt x="934" y="570"/>
                  </a:lnTo>
                  <a:lnTo>
                    <a:pt x="938" y="9"/>
                  </a:lnTo>
                  <a:lnTo>
                    <a:pt x="942" y="821"/>
                  </a:lnTo>
                  <a:lnTo>
                    <a:pt x="946" y="857"/>
                  </a:lnTo>
                  <a:lnTo>
                    <a:pt x="950" y="339"/>
                  </a:lnTo>
                  <a:lnTo>
                    <a:pt x="954" y="530"/>
                  </a:lnTo>
                  <a:lnTo>
                    <a:pt x="958" y="860"/>
                  </a:lnTo>
                  <a:lnTo>
                    <a:pt x="962" y="329"/>
                  </a:lnTo>
                  <a:lnTo>
                    <a:pt x="974" y="1311"/>
                  </a:lnTo>
                  <a:lnTo>
                    <a:pt x="978" y="1048"/>
                  </a:lnTo>
                  <a:lnTo>
                    <a:pt x="982" y="1166"/>
                  </a:lnTo>
                  <a:lnTo>
                    <a:pt x="990" y="875"/>
                  </a:lnTo>
                  <a:lnTo>
                    <a:pt x="994" y="939"/>
                  </a:lnTo>
                  <a:lnTo>
                    <a:pt x="998" y="1085"/>
                  </a:lnTo>
                  <a:lnTo>
                    <a:pt x="1003" y="1017"/>
                  </a:lnTo>
                  <a:lnTo>
                    <a:pt x="1007" y="1207"/>
                  </a:lnTo>
                  <a:lnTo>
                    <a:pt x="1011" y="1000"/>
                  </a:lnTo>
                  <a:lnTo>
                    <a:pt x="1015" y="1108"/>
                  </a:lnTo>
                  <a:lnTo>
                    <a:pt x="1019" y="849"/>
                  </a:lnTo>
                  <a:lnTo>
                    <a:pt x="1023" y="937"/>
                  </a:lnTo>
                  <a:lnTo>
                    <a:pt x="1027" y="220"/>
                  </a:lnTo>
                  <a:lnTo>
                    <a:pt x="1031" y="897"/>
                  </a:lnTo>
                  <a:lnTo>
                    <a:pt x="1035" y="952"/>
                  </a:lnTo>
                  <a:lnTo>
                    <a:pt x="1039" y="907"/>
                  </a:lnTo>
                  <a:lnTo>
                    <a:pt x="1043" y="1112"/>
                  </a:lnTo>
                  <a:lnTo>
                    <a:pt x="1047" y="1031"/>
                  </a:lnTo>
                  <a:lnTo>
                    <a:pt x="1051" y="1135"/>
                  </a:lnTo>
                  <a:lnTo>
                    <a:pt x="1055" y="1038"/>
                  </a:lnTo>
                  <a:lnTo>
                    <a:pt x="1059" y="641"/>
                  </a:lnTo>
                  <a:lnTo>
                    <a:pt x="1063" y="1335"/>
                  </a:lnTo>
                  <a:lnTo>
                    <a:pt x="1067" y="734"/>
                  </a:lnTo>
                  <a:lnTo>
                    <a:pt x="1071" y="1381"/>
                  </a:lnTo>
                  <a:lnTo>
                    <a:pt x="1076" y="1005"/>
                  </a:lnTo>
                  <a:lnTo>
                    <a:pt x="1080" y="1131"/>
                  </a:lnTo>
                  <a:lnTo>
                    <a:pt x="1084" y="817"/>
                  </a:lnTo>
                  <a:lnTo>
                    <a:pt x="1088" y="873"/>
                  </a:lnTo>
                  <a:lnTo>
                    <a:pt x="1092" y="878"/>
                  </a:lnTo>
                  <a:lnTo>
                    <a:pt x="1096" y="1130"/>
                  </a:lnTo>
                  <a:lnTo>
                    <a:pt x="1104" y="373"/>
                  </a:lnTo>
                  <a:lnTo>
                    <a:pt x="1108" y="1130"/>
                  </a:lnTo>
                  <a:lnTo>
                    <a:pt x="1112" y="1241"/>
                  </a:lnTo>
                  <a:lnTo>
                    <a:pt x="1116" y="1278"/>
                  </a:lnTo>
                  <a:lnTo>
                    <a:pt x="1120" y="1251"/>
                  </a:lnTo>
                  <a:lnTo>
                    <a:pt x="1128" y="1111"/>
                  </a:lnTo>
                  <a:lnTo>
                    <a:pt x="1132" y="850"/>
                  </a:lnTo>
                  <a:lnTo>
                    <a:pt x="1136" y="1060"/>
                  </a:lnTo>
                  <a:lnTo>
                    <a:pt x="1140" y="1026"/>
                  </a:lnTo>
                  <a:lnTo>
                    <a:pt x="1144" y="1027"/>
                  </a:lnTo>
                  <a:lnTo>
                    <a:pt x="1149" y="451"/>
                  </a:lnTo>
                  <a:lnTo>
                    <a:pt x="1161" y="1421"/>
                  </a:lnTo>
                  <a:lnTo>
                    <a:pt x="1165" y="732"/>
                  </a:lnTo>
                  <a:lnTo>
                    <a:pt x="1169" y="833"/>
                  </a:lnTo>
                  <a:lnTo>
                    <a:pt x="1173" y="466"/>
                  </a:lnTo>
                  <a:lnTo>
                    <a:pt x="1181" y="1313"/>
                  </a:lnTo>
                  <a:lnTo>
                    <a:pt x="1185" y="1326"/>
                  </a:lnTo>
                  <a:lnTo>
                    <a:pt x="1189" y="1220"/>
                  </a:lnTo>
                  <a:lnTo>
                    <a:pt x="1193" y="351"/>
                  </a:lnTo>
                  <a:lnTo>
                    <a:pt x="1197" y="1388"/>
                  </a:lnTo>
                  <a:lnTo>
                    <a:pt x="1201" y="925"/>
                  </a:lnTo>
                  <a:lnTo>
                    <a:pt x="1205" y="1158"/>
                  </a:lnTo>
                  <a:lnTo>
                    <a:pt x="1209" y="1219"/>
                  </a:lnTo>
                  <a:lnTo>
                    <a:pt x="1213" y="1102"/>
                  </a:lnTo>
                  <a:lnTo>
                    <a:pt x="1226" y="359"/>
                  </a:lnTo>
                  <a:lnTo>
                    <a:pt x="1230" y="335"/>
                  </a:lnTo>
                  <a:lnTo>
                    <a:pt x="1238" y="765"/>
                  </a:lnTo>
                  <a:lnTo>
                    <a:pt x="1246" y="400"/>
                  </a:lnTo>
                  <a:lnTo>
                    <a:pt x="1250" y="429"/>
                  </a:lnTo>
                  <a:lnTo>
                    <a:pt x="1254" y="1042"/>
                  </a:lnTo>
                  <a:lnTo>
                    <a:pt x="1258" y="962"/>
                  </a:lnTo>
                  <a:lnTo>
                    <a:pt x="1262" y="1346"/>
                  </a:lnTo>
                  <a:lnTo>
                    <a:pt x="1266" y="1431"/>
                  </a:lnTo>
                  <a:lnTo>
                    <a:pt x="1270" y="717"/>
                  </a:lnTo>
                  <a:lnTo>
                    <a:pt x="1274" y="1055"/>
                  </a:lnTo>
                  <a:lnTo>
                    <a:pt x="1278" y="1188"/>
                  </a:lnTo>
                  <a:lnTo>
                    <a:pt x="1282" y="1022"/>
                  </a:lnTo>
                  <a:lnTo>
                    <a:pt x="1286" y="1245"/>
                  </a:lnTo>
                  <a:lnTo>
                    <a:pt x="1290" y="642"/>
                  </a:lnTo>
                  <a:lnTo>
                    <a:pt x="1295" y="656"/>
                  </a:lnTo>
                  <a:lnTo>
                    <a:pt x="1299" y="1247"/>
                  </a:lnTo>
                  <a:lnTo>
                    <a:pt x="1303" y="1247"/>
                  </a:lnTo>
                  <a:lnTo>
                    <a:pt x="1307" y="1258"/>
                  </a:lnTo>
                  <a:lnTo>
                    <a:pt x="1311" y="774"/>
                  </a:lnTo>
                  <a:lnTo>
                    <a:pt x="1315" y="1580"/>
                  </a:lnTo>
                  <a:lnTo>
                    <a:pt x="1319" y="1389"/>
                  </a:lnTo>
                  <a:lnTo>
                    <a:pt x="1327" y="1435"/>
                  </a:lnTo>
                  <a:lnTo>
                    <a:pt x="1331" y="1199"/>
                  </a:lnTo>
                  <a:lnTo>
                    <a:pt x="1335" y="593"/>
                  </a:lnTo>
                  <a:lnTo>
                    <a:pt x="1339" y="1213"/>
                  </a:lnTo>
                  <a:lnTo>
                    <a:pt x="1343" y="1227"/>
                  </a:lnTo>
                  <a:lnTo>
                    <a:pt x="1347" y="1474"/>
                  </a:lnTo>
                  <a:lnTo>
                    <a:pt x="1355" y="1358"/>
                  </a:lnTo>
                  <a:lnTo>
                    <a:pt x="1359" y="1622"/>
                  </a:lnTo>
                  <a:lnTo>
                    <a:pt x="1363" y="618"/>
                  </a:lnTo>
                  <a:lnTo>
                    <a:pt x="1368" y="1544"/>
                  </a:lnTo>
                  <a:lnTo>
                    <a:pt x="1372" y="716"/>
                  </a:lnTo>
                  <a:lnTo>
                    <a:pt x="1376" y="1435"/>
                  </a:lnTo>
                  <a:lnTo>
                    <a:pt x="1380" y="634"/>
                  </a:lnTo>
                  <a:lnTo>
                    <a:pt x="1384" y="1304"/>
                  </a:lnTo>
                  <a:lnTo>
                    <a:pt x="1388" y="1435"/>
                  </a:lnTo>
                  <a:lnTo>
                    <a:pt x="1392" y="773"/>
                  </a:lnTo>
                  <a:lnTo>
                    <a:pt x="1396" y="613"/>
                  </a:lnTo>
                  <a:lnTo>
                    <a:pt x="1404" y="853"/>
                  </a:lnTo>
                  <a:lnTo>
                    <a:pt x="1408" y="399"/>
                  </a:lnTo>
                  <a:lnTo>
                    <a:pt x="1412" y="801"/>
                  </a:lnTo>
                  <a:lnTo>
                    <a:pt x="1416" y="344"/>
                  </a:lnTo>
                  <a:lnTo>
                    <a:pt x="1420" y="278"/>
                  </a:lnTo>
                  <a:lnTo>
                    <a:pt x="1424" y="990"/>
                  </a:lnTo>
                  <a:lnTo>
                    <a:pt x="1432" y="1063"/>
                  </a:lnTo>
                  <a:lnTo>
                    <a:pt x="1441" y="869"/>
                  </a:lnTo>
                  <a:lnTo>
                    <a:pt x="1445" y="1031"/>
                  </a:lnTo>
                  <a:lnTo>
                    <a:pt x="1449" y="510"/>
                  </a:lnTo>
                  <a:lnTo>
                    <a:pt x="1453" y="1189"/>
                  </a:lnTo>
                  <a:lnTo>
                    <a:pt x="1461" y="1015"/>
                  </a:lnTo>
                  <a:lnTo>
                    <a:pt x="1465" y="1224"/>
                  </a:lnTo>
                  <a:lnTo>
                    <a:pt x="1469" y="1204"/>
                  </a:lnTo>
                  <a:lnTo>
                    <a:pt x="1477" y="1019"/>
                  </a:lnTo>
                  <a:lnTo>
                    <a:pt x="1481" y="1258"/>
                  </a:lnTo>
                  <a:lnTo>
                    <a:pt x="1485" y="559"/>
                  </a:lnTo>
                  <a:lnTo>
                    <a:pt x="1489" y="1426"/>
                  </a:lnTo>
                  <a:lnTo>
                    <a:pt x="1493" y="847"/>
                  </a:lnTo>
                  <a:lnTo>
                    <a:pt x="1497" y="1483"/>
                  </a:lnTo>
                  <a:lnTo>
                    <a:pt x="1501" y="1276"/>
                  </a:lnTo>
                  <a:lnTo>
                    <a:pt x="1505" y="1454"/>
                  </a:lnTo>
                  <a:lnTo>
                    <a:pt x="1509" y="1448"/>
                  </a:lnTo>
                  <a:lnTo>
                    <a:pt x="1514" y="617"/>
                  </a:lnTo>
                  <a:lnTo>
                    <a:pt x="1518" y="899"/>
                  </a:lnTo>
                  <a:lnTo>
                    <a:pt x="1522" y="775"/>
                  </a:lnTo>
                  <a:lnTo>
                    <a:pt x="1526" y="788"/>
                  </a:lnTo>
                  <a:lnTo>
                    <a:pt x="1530" y="926"/>
                  </a:lnTo>
                  <a:lnTo>
                    <a:pt x="1534" y="568"/>
                  </a:lnTo>
                  <a:lnTo>
                    <a:pt x="1538" y="726"/>
                  </a:lnTo>
                  <a:lnTo>
                    <a:pt x="1542" y="726"/>
                  </a:lnTo>
                  <a:lnTo>
                    <a:pt x="1546" y="1283"/>
                  </a:lnTo>
                  <a:lnTo>
                    <a:pt x="1550" y="463"/>
                  </a:lnTo>
                  <a:lnTo>
                    <a:pt x="1554" y="1326"/>
                  </a:lnTo>
                  <a:lnTo>
                    <a:pt x="1562" y="685"/>
                  </a:lnTo>
                  <a:lnTo>
                    <a:pt x="1566" y="785"/>
                  </a:lnTo>
                  <a:lnTo>
                    <a:pt x="1570" y="955"/>
                  </a:lnTo>
                  <a:lnTo>
                    <a:pt x="1574" y="353"/>
                  </a:lnTo>
                  <a:lnTo>
                    <a:pt x="1578" y="827"/>
                  </a:lnTo>
                  <a:lnTo>
                    <a:pt x="1586" y="1175"/>
                  </a:lnTo>
                  <a:lnTo>
                    <a:pt x="1591" y="904"/>
                  </a:lnTo>
                  <a:lnTo>
                    <a:pt x="1595" y="859"/>
                  </a:lnTo>
                  <a:lnTo>
                    <a:pt x="1599" y="898"/>
                  </a:lnTo>
                  <a:lnTo>
                    <a:pt x="1603" y="438"/>
                  </a:lnTo>
                  <a:lnTo>
                    <a:pt x="1607" y="482"/>
                  </a:lnTo>
                  <a:lnTo>
                    <a:pt x="1611" y="378"/>
                  </a:lnTo>
                  <a:lnTo>
                    <a:pt x="1615" y="374"/>
                  </a:lnTo>
                  <a:lnTo>
                    <a:pt x="1619" y="458"/>
                  </a:lnTo>
                  <a:lnTo>
                    <a:pt x="1623" y="443"/>
                  </a:lnTo>
                  <a:lnTo>
                    <a:pt x="1627" y="518"/>
                  </a:lnTo>
                  <a:lnTo>
                    <a:pt x="1631" y="1044"/>
                  </a:lnTo>
                  <a:lnTo>
                    <a:pt x="1635" y="1256"/>
                  </a:lnTo>
                  <a:lnTo>
                    <a:pt x="1639" y="898"/>
                  </a:lnTo>
                  <a:lnTo>
                    <a:pt x="1643" y="987"/>
                  </a:lnTo>
                  <a:lnTo>
                    <a:pt x="1647" y="1391"/>
                  </a:lnTo>
                  <a:lnTo>
                    <a:pt x="1651" y="617"/>
                  </a:lnTo>
                  <a:lnTo>
                    <a:pt x="1655" y="891"/>
                  </a:lnTo>
                  <a:lnTo>
                    <a:pt x="1664" y="855"/>
                  </a:lnTo>
                  <a:lnTo>
                    <a:pt x="1668" y="754"/>
                  </a:lnTo>
                  <a:lnTo>
                    <a:pt x="1672" y="864"/>
                  </a:lnTo>
                  <a:lnTo>
                    <a:pt x="1676" y="410"/>
                  </a:lnTo>
                  <a:lnTo>
                    <a:pt x="1680" y="799"/>
                  </a:lnTo>
                  <a:lnTo>
                    <a:pt x="1684" y="855"/>
                  </a:lnTo>
                  <a:lnTo>
                    <a:pt x="1688" y="995"/>
                  </a:lnTo>
                  <a:lnTo>
                    <a:pt x="1696" y="753"/>
                  </a:lnTo>
                  <a:lnTo>
                    <a:pt x="1700" y="718"/>
                  </a:lnTo>
                  <a:lnTo>
                    <a:pt x="1704" y="503"/>
                  </a:lnTo>
                  <a:lnTo>
                    <a:pt x="1712" y="1292"/>
                  </a:lnTo>
                  <a:lnTo>
                    <a:pt x="1716" y="1161"/>
                  </a:lnTo>
                  <a:lnTo>
                    <a:pt x="1720" y="829"/>
                  </a:lnTo>
                  <a:lnTo>
                    <a:pt x="1724" y="1436"/>
                  </a:lnTo>
                  <a:lnTo>
                    <a:pt x="1728" y="539"/>
                  </a:lnTo>
                  <a:lnTo>
                    <a:pt x="1732" y="578"/>
                  </a:lnTo>
                  <a:lnTo>
                    <a:pt x="1737" y="1143"/>
                  </a:lnTo>
                  <a:lnTo>
                    <a:pt x="1741" y="1158"/>
                  </a:lnTo>
                  <a:lnTo>
                    <a:pt x="1745" y="1359"/>
                  </a:lnTo>
                  <a:lnTo>
                    <a:pt x="1749" y="1299"/>
                  </a:lnTo>
                  <a:lnTo>
                    <a:pt x="1753" y="1336"/>
                  </a:lnTo>
                  <a:lnTo>
                    <a:pt x="1761" y="1455"/>
                  </a:lnTo>
                  <a:lnTo>
                    <a:pt x="1773" y="1279"/>
                  </a:lnTo>
                  <a:lnTo>
                    <a:pt x="1777" y="619"/>
                  </a:lnTo>
                  <a:lnTo>
                    <a:pt x="1781" y="592"/>
                  </a:lnTo>
                  <a:lnTo>
                    <a:pt x="1785" y="458"/>
                  </a:lnTo>
                  <a:lnTo>
                    <a:pt x="1789" y="1274"/>
                  </a:lnTo>
                  <a:lnTo>
                    <a:pt x="1793" y="1201"/>
                  </a:lnTo>
                  <a:lnTo>
                    <a:pt x="1797" y="1011"/>
                  </a:lnTo>
                  <a:lnTo>
                    <a:pt x="1801" y="1027"/>
                  </a:lnTo>
                  <a:lnTo>
                    <a:pt x="1805" y="593"/>
                  </a:lnTo>
                  <a:lnTo>
                    <a:pt x="1810" y="1292"/>
                  </a:lnTo>
                  <a:lnTo>
                    <a:pt x="1814" y="1187"/>
                  </a:lnTo>
                  <a:lnTo>
                    <a:pt x="1818" y="1438"/>
                  </a:lnTo>
                  <a:lnTo>
                    <a:pt x="1822" y="1491"/>
                  </a:lnTo>
                  <a:lnTo>
                    <a:pt x="1826" y="1375"/>
                  </a:lnTo>
                  <a:lnTo>
                    <a:pt x="1830" y="1407"/>
                  </a:lnTo>
                  <a:lnTo>
                    <a:pt x="1834" y="1296"/>
                  </a:lnTo>
                  <a:lnTo>
                    <a:pt x="1838" y="1271"/>
                  </a:lnTo>
                  <a:lnTo>
                    <a:pt x="1842" y="1059"/>
                  </a:lnTo>
                  <a:lnTo>
                    <a:pt x="1846" y="1044"/>
                  </a:lnTo>
                  <a:lnTo>
                    <a:pt x="1854" y="1259"/>
                  </a:lnTo>
                  <a:lnTo>
                    <a:pt x="1858" y="1478"/>
                  </a:lnTo>
                  <a:lnTo>
                    <a:pt x="1862" y="932"/>
                  </a:lnTo>
                  <a:lnTo>
                    <a:pt x="1866" y="942"/>
                  </a:lnTo>
                  <a:lnTo>
                    <a:pt x="1870" y="1121"/>
                  </a:lnTo>
                  <a:lnTo>
                    <a:pt x="1874" y="784"/>
                  </a:lnTo>
                  <a:lnTo>
                    <a:pt x="1878" y="964"/>
                  </a:lnTo>
                  <a:lnTo>
                    <a:pt x="1883" y="756"/>
                  </a:lnTo>
                  <a:lnTo>
                    <a:pt x="1887" y="939"/>
                  </a:lnTo>
                  <a:lnTo>
                    <a:pt x="1891" y="1428"/>
                  </a:lnTo>
                  <a:lnTo>
                    <a:pt x="1895" y="880"/>
                  </a:lnTo>
                  <a:lnTo>
                    <a:pt x="1899" y="1025"/>
                  </a:lnTo>
                  <a:lnTo>
                    <a:pt x="1903" y="924"/>
                  </a:lnTo>
                  <a:lnTo>
                    <a:pt x="1907" y="1296"/>
                  </a:lnTo>
                  <a:lnTo>
                    <a:pt x="1911" y="1063"/>
                  </a:lnTo>
                  <a:lnTo>
                    <a:pt x="1919" y="1144"/>
                  </a:lnTo>
                  <a:lnTo>
                    <a:pt x="1923" y="933"/>
                  </a:lnTo>
                  <a:lnTo>
                    <a:pt x="1927" y="906"/>
                  </a:lnTo>
                  <a:lnTo>
                    <a:pt x="1931" y="928"/>
                  </a:lnTo>
                  <a:lnTo>
                    <a:pt x="1935" y="1302"/>
                  </a:lnTo>
                  <a:lnTo>
                    <a:pt x="1939" y="1085"/>
                  </a:lnTo>
                  <a:lnTo>
                    <a:pt x="1943" y="993"/>
                  </a:lnTo>
                  <a:lnTo>
                    <a:pt x="1947" y="1258"/>
                  </a:lnTo>
                  <a:lnTo>
                    <a:pt x="1951" y="1077"/>
                  </a:lnTo>
                  <a:lnTo>
                    <a:pt x="1956" y="1334"/>
                  </a:lnTo>
                  <a:lnTo>
                    <a:pt x="1960" y="1247"/>
                  </a:lnTo>
                  <a:lnTo>
                    <a:pt x="1964" y="1039"/>
                  </a:lnTo>
                  <a:lnTo>
                    <a:pt x="1972" y="1258"/>
                  </a:lnTo>
                  <a:lnTo>
                    <a:pt x="1976" y="1073"/>
                  </a:lnTo>
                  <a:lnTo>
                    <a:pt x="1980" y="1301"/>
                  </a:lnTo>
                  <a:lnTo>
                    <a:pt x="1984" y="1293"/>
                  </a:lnTo>
                  <a:lnTo>
                    <a:pt x="1988" y="1026"/>
                  </a:lnTo>
                  <a:lnTo>
                    <a:pt x="1992" y="950"/>
                  </a:lnTo>
                  <a:lnTo>
                    <a:pt x="1996" y="1055"/>
                  </a:lnTo>
                  <a:lnTo>
                    <a:pt x="2000" y="1265"/>
                  </a:lnTo>
                  <a:lnTo>
                    <a:pt x="2004" y="1716"/>
                  </a:lnTo>
                  <a:lnTo>
                    <a:pt x="2008" y="824"/>
                  </a:lnTo>
                  <a:lnTo>
                    <a:pt x="2012" y="1426"/>
                  </a:lnTo>
                  <a:lnTo>
                    <a:pt x="2016" y="883"/>
                  </a:lnTo>
                  <a:lnTo>
                    <a:pt x="2020" y="1530"/>
                  </a:lnTo>
                  <a:lnTo>
                    <a:pt x="2024" y="985"/>
                  </a:lnTo>
                  <a:lnTo>
                    <a:pt x="2029" y="1401"/>
                  </a:lnTo>
                  <a:lnTo>
                    <a:pt x="2033" y="831"/>
                  </a:lnTo>
                  <a:lnTo>
                    <a:pt x="2037" y="860"/>
                  </a:lnTo>
                  <a:lnTo>
                    <a:pt x="2041" y="700"/>
                  </a:lnTo>
                  <a:lnTo>
                    <a:pt x="2049" y="947"/>
                  </a:lnTo>
                  <a:lnTo>
                    <a:pt x="2053" y="906"/>
                  </a:lnTo>
                  <a:lnTo>
                    <a:pt x="2057" y="1072"/>
                  </a:lnTo>
                  <a:lnTo>
                    <a:pt x="2061" y="839"/>
                  </a:lnTo>
                  <a:lnTo>
                    <a:pt x="2065" y="856"/>
                  </a:lnTo>
                  <a:lnTo>
                    <a:pt x="2069" y="982"/>
                  </a:lnTo>
                  <a:lnTo>
                    <a:pt x="2073" y="1589"/>
                  </a:lnTo>
                  <a:lnTo>
                    <a:pt x="2077" y="988"/>
                  </a:lnTo>
                  <a:lnTo>
                    <a:pt x="2085" y="853"/>
                  </a:lnTo>
                  <a:lnTo>
                    <a:pt x="2089" y="1734"/>
                  </a:lnTo>
                  <a:lnTo>
                    <a:pt x="2093" y="724"/>
                  </a:lnTo>
                  <a:lnTo>
                    <a:pt x="2097" y="810"/>
                  </a:lnTo>
                  <a:lnTo>
                    <a:pt x="2102" y="845"/>
                  </a:lnTo>
                  <a:lnTo>
                    <a:pt x="2106" y="1405"/>
                  </a:lnTo>
                  <a:lnTo>
                    <a:pt x="2114" y="626"/>
                  </a:lnTo>
                  <a:lnTo>
                    <a:pt x="2118" y="935"/>
                  </a:lnTo>
                  <a:lnTo>
                    <a:pt x="2122" y="919"/>
                  </a:lnTo>
                  <a:lnTo>
                    <a:pt x="2126" y="1194"/>
                  </a:lnTo>
                  <a:lnTo>
                    <a:pt x="2130" y="952"/>
                  </a:lnTo>
                  <a:lnTo>
                    <a:pt x="2134" y="1903"/>
                  </a:lnTo>
                  <a:lnTo>
                    <a:pt x="2138" y="1099"/>
                  </a:lnTo>
                  <a:lnTo>
                    <a:pt x="2142" y="883"/>
                  </a:lnTo>
                  <a:lnTo>
                    <a:pt x="2146" y="1518"/>
                  </a:lnTo>
                  <a:lnTo>
                    <a:pt x="2150" y="1458"/>
                  </a:lnTo>
                  <a:lnTo>
                    <a:pt x="2158" y="677"/>
                  </a:lnTo>
                  <a:lnTo>
                    <a:pt x="2162" y="1268"/>
                  </a:lnTo>
                  <a:lnTo>
                    <a:pt x="2166" y="1055"/>
                  </a:lnTo>
                  <a:lnTo>
                    <a:pt x="2175" y="1352"/>
                  </a:lnTo>
                  <a:lnTo>
                    <a:pt x="2179" y="670"/>
                  </a:lnTo>
                  <a:lnTo>
                    <a:pt x="2183" y="617"/>
                  </a:lnTo>
                  <a:lnTo>
                    <a:pt x="2187" y="735"/>
                  </a:lnTo>
                  <a:lnTo>
                    <a:pt x="2191" y="1008"/>
                  </a:lnTo>
                  <a:lnTo>
                    <a:pt x="2195" y="821"/>
                  </a:lnTo>
                  <a:lnTo>
                    <a:pt x="2199" y="1018"/>
                  </a:lnTo>
                  <a:lnTo>
                    <a:pt x="2203" y="853"/>
                  </a:lnTo>
                  <a:lnTo>
                    <a:pt x="2207" y="926"/>
                  </a:lnTo>
                  <a:lnTo>
                    <a:pt x="2215" y="1466"/>
                  </a:lnTo>
                  <a:lnTo>
                    <a:pt x="2223" y="993"/>
                  </a:lnTo>
                  <a:lnTo>
                    <a:pt x="2227" y="1360"/>
                  </a:lnTo>
                  <a:lnTo>
                    <a:pt x="2235" y="1168"/>
                  </a:lnTo>
                  <a:lnTo>
                    <a:pt x="2243" y="783"/>
                  </a:lnTo>
                  <a:lnTo>
                    <a:pt x="2248" y="952"/>
                  </a:lnTo>
                  <a:lnTo>
                    <a:pt x="2252" y="1343"/>
                  </a:lnTo>
                  <a:lnTo>
                    <a:pt x="2256" y="816"/>
                  </a:lnTo>
                  <a:lnTo>
                    <a:pt x="2260" y="600"/>
                  </a:lnTo>
                  <a:lnTo>
                    <a:pt x="2264" y="767"/>
                  </a:lnTo>
                  <a:lnTo>
                    <a:pt x="2268" y="1029"/>
                  </a:lnTo>
                  <a:lnTo>
                    <a:pt x="2272" y="853"/>
                  </a:lnTo>
                  <a:lnTo>
                    <a:pt x="2276" y="969"/>
                  </a:lnTo>
                  <a:lnTo>
                    <a:pt x="2280" y="1642"/>
                  </a:lnTo>
                  <a:lnTo>
                    <a:pt x="2288" y="1420"/>
                  </a:lnTo>
                  <a:lnTo>
                    <a:pt x="2296" y="466"/>
                  </a:lnTo>
                  <a:lnTo>
                    <a:pt x="2300" y="716"/>
                  </a:lnTo>
                  <a:lnTo>
                    <a:pt x="2304" y="729"/>
                  </a:lnTo>
                  <a:lnTo>
                    <a:pt x="2308" y="975"/>
                  </a:lnTo>
                  <a:lnTo>
                    <a:pt x="2312" y="1589"/>
                  </a:lnTo>
                  <a:lnTo>
                    <a:pt x="2316" y="1310"/>
                  </a:lnTo>
                  <a:lnTo>
                    <a:pt x="2321" y="742"/>
                  </a:lnTo>
                  <a:lnTo>
                    <a:pt x="2325" y="663"/>
                  </a:lnTo>
                  <a:lnTo>
                    <a:pt x="2329" y="1283"/>
                  </a:lnTo>
                  <a:lnTo>
                    <a:pt x="2333" y="1465"/>
                  </a:lnTo>
                  <a:lnTo>
                    <a:pt x="2337" y="1440"/>
                  </a:lnTo>
                  <a:lnTo>
                    <a:pt x="2341" y="1436"/>
                  </a:lnTo>
                  <a:lnTo>
                    <a:pt x="2345" y="560"/>
                  </a:lnTo>
                  <a:lnTo>
                    <a:pt x="2349" y="1340"/>
                  </a:lnTo>
                  <a:lnTo>
                    <a:pt x="2353" y="1352"/>
                  </a:lnTo>
                  <a:lnTo>
                    <a:pt x="2357" y="1275"/>
                  </a:lnTo>
                  <a:lnTo>
                    <a:pt x="2361" y="1251"/>
                  </a:lnTo>
                  <a:lnTo>
                    <a:pt x="2365" y="1299"/>
                  </a:lnTo>
                  <a:lnTo>
                    <a:pt x="2369" y="1292"/>
                  </a:lnTo>
                  <a:lnTo>
                    <a:pt x="2373" y="1169"/>
                  </a:lnTo>
                  <a:lnTo>
                    <a:pt x="2377" y="1347"/>
                  </a:lnTo>
                  <a:lnTo>
                    <a:pt x="2381" y="1092"/>
                  </a:lnTo>
                  <a:lnTo>
                    <a:pt x="2385" y="582"/>
                  </a:lnTo>
                  <a:lnTo>
                    <a:pt x="2389" y="688"/>
                  </a:lnTo>
                  <a:lnTo>
                    <a:pt x="2393" y="733"/>
                  </a:lnTo>
                  <a:lnTo>
                    <a:pt x="2398" y="722"/>
                  </a:lnTo>
                  <a:lnTo>
                    <a:pt x="2402" y="746"/>
                  </a:lnTo>
                  <a:lnTo>
                    <a:pt x="2410" y="950"/>
                  </a:lnTo>
                  <a:lnTo>
                    <a:pt x="2414" y="901"/>
                  </a:lnTo>
                  <a:lnTo>
                    <a:pt x="2418" y="727"/>
                  </a:lnTo>
                  <a:lnTo>
                    <a:pt x="2422" y="869"/>
                  </a:lnTo>
                  <a:lnTo>
                    <a:pt x="2426" y="1478"/>
                  </a:lnTo>
                  <a:lnTo>
                    <a:pt x="2430" y="917"/>
                  </a:lnTo>
                  <a:lnTo>
                    <a:pt x="2438" y="1572"/>
                  </a:lnTo>
                  <a:lnTo>
                    <a:pt x="2446" y="1236"/>
                  </a:lnTo>
                  <a:lnTo>
                    <a:pt x="2450" y="621"/>
                  </a:lnTo>
                  <a:lnTo>
                    <a:pt x="2454" y="1351"/>
                  </a:lnTo>
                  <a:lnTo>
                    <a:pt x="2458" y="587"/>
                  </a:lnTo>
                  <a:lnTo>
                    <a:pt x="2462" y="630"/>
                  </a:lnTo>
                  <a:lnTo>
                    <a:pt x="2466" y="699"/>
                  </a:lnTo>
                  <a:lnTo>
                    <a:pt x="2471" y="481"/>
                  </a:lnTo>
                  <a:lnTo>
                    <a:pt x="2475" y="1484"/>
                  </a:lnTo>
                  <a:lnTo>
                    <a:pt x="2479" y="584"/>
                  </a:lnTo>
                  <a:lnTo>
                    <a:pt x="2483" y="1397"/>
                  </a:lnTo>
                  <a:lnTo>
                    <a:pt x="2487" y="1545"/>
                  </a:lnTo>
                  <a:lnTo>
                    <a:pt x="2491" y="771"/>
                  </a:lnTo>
                  <a:lnTo>
                    <a:pt x="2495" y="920"/>
                  </a:lnTo>
                  <a:lnTo>
                    <a:pt x="2499" y="645"/>
                  </a:lnTo>
                  <a:lnTo>
                    <a:pt x="2503" y="795"/>
                  </a:lnTo>
                  <a:lnTo>
                    <a:pt x="2507" y="767"/>
                  </a:lnTo>
                  <a:lnTo>
                    <a:pt x="2511" y="640"/>
                  </a:lnTo>
                  <a:lnTo>
                    <a:pt x="2515" y="1303"/>
                  </a:lnTo>
                  <a:lnTo>
                    <a:pt x="2519" y="792"/>
                  </a:lnTo>
                  <a:lnTo>
                    <a:pt x="2523" y="582"/>
                  </a:lnTo>
                  <a:lnTo>
                    <a:pt x="2527" y="641"/>
                  </a:lnTo>
                  <a:lnTo>
                    <a:pt x="2531" y="1521"/>
                  </a:lnTo>
                  <a:lnTo>
                    <a:pt x="2535" y="886"/>
                  </a:lnTo>
                  <a:lnTo>
                    <a:pt x="2539" y="1032"/>
                  </a:lnTo>
                  <a:lnTo>
                    <a:pt x="2544" y="788"/>
                  </a:lnTo>
                  <a:lnTo>
                    <a:pt x="2548" y="800"/>
                  </a:lnTo>
                  <a:lnTo>
                    <a:pt x="2556" y="869"/>
                  </a:lnTo>
                  <a:lnTo>
                    <a:pt x="2560" y="814"/>
                  </a:lnTo>
                  <a:lnTo>
                    <a:pt x="2564" y="822"/>
                  </a:lnTo>
                  <a:lnTo>
                    <a:pt x="2568" y="1018"/>
                  </a:lnTo>
                  <a:lnTo>
                    <a:pt x="2572" y="740"/>
                  </a:lnTo>
                  <a:lnTo>
                    <a:pt x="2580" y="1098"/>
                  </a:lnTo>
                  <a:lnTo>
                    <a:pt x="2588" y="722"/>
                  </a:lnTo>
                  <a:lnTo>
                    <a:pt x="2592" y="791"/>
                  </a:lnTo>
                  <a:lnTo>
                    <a:pt x="2596" y="674"/>
                  </a:lnTo>
                  <a:lnTo>
                    <a:pt x="2600" y="785"/>
                  </a:lnTo>
                  <a:lnTo>
                    <a:pt x="2604" y="1165"/>
                  </a:lnTo>
                  <a:lnTo>
                    <a:pt x="2612" y="544"/>
                  </a:lnTo>
                  <a:lnTo>
                    <a:pt x="2617" y="579"/>
                  </a:lnTo>
                  <a:lnTo>
                    <a:pt x="2621" y="1399"/>
                  </a:lnTo>
                  <a:lnTo>
                    <a:pt x="2625" y="652"/>
                  </a:lnTo>
                  <a:lnTo>
                    <a:pt x="2629" y="447"/>
                  </a:lnTo>
                  <a:lnTo>
                    <a:pt x="2633" y="726"/>
                  </a:lnTo>
                  <a:lnTo>
                    <a:pt x="2637" y="779"/>
                  </a:lnTo>
                  <a:lnTo>
                    <a:pt x="2641" y="576"/>
                  </a:lnTo>
                  <a:lnTo>
                    <a:pt x="2645" y="745"/>
                  </a:lnTo>
                  <a:lnTo>
                    <a:pt x="2649" y="204"/>
                  </a:lnTo>
                  <a:lnTo>
                    <a:pt x="2653" y="350"/>
                  </a:lnTo>
                  <a:lnTo>
                    <a:pt x="2657" y="1080"/>
                  </a:lnTo>
                  <a:lnTo>
                    <a:pt x="2661" y="513"/>
                  </a:lnTo>
                  <a:lnTo>
                    <a:pt x="2673" y="1692"/>
                  </a:lnTo>
                  <a:lnTo>
                    <a:pt x="2677" y="924"/>
                  </a:lnTo>
                  <a:lnTo>
                    <a:pt x="2681" y="1145"/>
                  </a:lnTo>
                  <a:lnTo>
                    <a:pt x="2685" y="773"/>
                  </a:lnTo>
                  <a:lnTo>
                    <a:pt x="2690" y="1475"/>
                  </a:lnTo>
                  <a:lnTo>
                    <a:pt x="2694" y="849"/>
                  </a:lnTo>
                  <a:lnTo>
                    <a:pt x="2698" y="1361"/>
                  </a:lnTo>
                  <a:lnTo>
                    <a:pt x="2702" y="1406"/>
                  </a:lnTo>
                  <a:lnTo>
                    <a:pt x="2706" y="1194"/>
                  </a:lnTo>
                  <a:lnTo>
                    <a:pt x="2710" y="1351"/>
                  </a:lnTo>
                  <a:lnTo>
                    <a:pt x="2714" y="1188"/>
                  </a:lnTo>
                  <a:lnTo>
                    <a:pt x="2718" y="568"/>
                  </a:lnTo>
                  <a:lnTo>
                    <a:pt x="2722" y="1030"/>
                  </a:lnTo>
                  <a:lnTo>
                    <a:pt x="2730" y="1065"/>
                  </a:lnTo>
                  <a:lnTo>
                    <a:pt x="2734" y="643"/>
                  </a:lnTo>
                  <a:lnTo>
                    <a:pt x="2738" y="1169"/>
                  </a:lnTo>
                  <a:lnTo>
                    <a:pt x="2742" y="935"/>
                  </a:lnTo>
                  <a:lnTo>
                    <a:pt x="2750" y="1537"/>
                  </a:lnTo>
                  <a:lnTo>
                    <a:pt x="2754" y="669"/>
                  </a:lnTo>
                  <a:lnTo>
                    <a:pt x="2758" y="856"/>
                  </a:lnTo>
                  <a:lnTo>
                    <a:pt x="2763" y="832"/>
                  </a:lnTo>
                  <a:lnTo>
                    <a:pt x="2771" y="713"/>
                  </a:lnTo>
                  <a:lnTo>
                    <a:pt x="2775" y="831"/>
                  </a:lnTo>
                  <a:lnTo>
                    <a:pt x="2779" y="483"/>
                  </a:lnTo>
                  <a:lnTo>
                    <a:pt x="2783" y="369"/>
                  </a:lnTo>
                  <a:lnTo>
                    <a:pt x="2787" y="485"/>
                  </a:lnTo>
                  <a:lnTo>
                    <a:pt x="2791" y="1046"/>
                  </a:lnTo>
                  <a:lnTo>
                    <a:pt x="2795" y="1060"/>
                  </a:lnTo>
                  <a:lnTo>
                    <a:pt x="2799" y="784"/>
                  </a:lnTo>
                  <a:lnTo>
                    <a:pt x="2803" y="743"/>
                  </a:lnTo>
                  <a:lnTo>
                    <a:pt x="2807" y="850"/>
                  </a:lnTo>
                  <a:lnTo>
                    <a:pt x="2811" y="1025"/>
                  </a:lnTo>
                  <a:lnTo>
                    <a:pt x="2815" y="735"/>
                  </a:lnTo>
                  <a:lnTo>
                    <a:pt x="2819" y="753"/>
                  </a:lnTo>
                  <a:lnTo>
                    <a:pt x="2823" y="537"/>
                  </a:lnTo>
                  <a:lnTo>
                    <a:pt x="2827" y="1316"/>
                  </a:lnTo>
                  <a:lnTo>
                    <a:pt x="2831" y="1296"/>
                  </a:lnTo>
                  <a:lnTo>
                    <a:pt x="2836" y="1365"/>
                  </a:lnTo>
                  <a:lnTo>
                    <a:pt x="2840" y="1343"/>
                  </a:lnTo>
                  <a:lnTo>
                    <a:pt x="2844" y="1160"/>
                  </a:lnTo>
                  <a:lnTo>
                    <a:pt x="2848" y="471"/>
                  </a:lnTo>
                  <a:lnTo>
                    <a:pt x="2852" y="1122"/>
                  </a:lnTo>
                  <a:lnTo>
                    <a:pt x="2856" y="1108"/>
                  </a:lnTo>
                  <a:lnTo>
                    <a:pt x="2860" y="993"/>
                  </a:lnTo>
                  <a:lnTo>
                    <a:pt x="2864" y="559"/>
                  </a:lnTo>
                  <a:lnTo>
                    <a:pt x="2868" y="1298"/>
                  </a:lnTo>
                  <a:lnTo>
                    <a:pt x="2872" y="1069"/>
                  </a:lnTo>
                  <a:lnTo>
                    <a:pt x="2876" y="654"/>
                  </a:lnTo>
                  <a:lnTo>
                    <a:pt x="2880" y="1361"/>
                  </a:lnTo>
                  <a:lnTo>
                    <a:pt x="2884" y="1249"/>
                  </a:lnTo>
                  <a:lnTo>
                    <a:pt x="2888" y="1257"/>
                  </a:lnTo>
                  <a:lnTo>
                    <a:pt x="2892" y="1226"/>
                  </a:lnTo>
                  <a:lnTo>
                    <a:pt x="2896" y="1249"/>
                  </a:lnTo>
                  <a:lnTo>
                    <a:pt x="2900" y="1297"/>
                  </a:lnTo>
                  <a:lnTo>
                    <a:pt x="2904" y="714"/>
                  </a:lnTo>
                  <a:lnTo>
                    <a:pt x="2909" y="1277"/>
                  </a:lnTo>
                  <a:lnTo>
                    <a:pt x="2913" y="725"/>
                  </a:lnTo>
                  <a:lnTo>
                    <a:pt x="2917" y="827"/>
                  </a:lnTo>
                  <a:lnTo>
                    <a:pt x="2921" y="1638"/>
                  </a:lnTo>
                  <a:lnTo>
                    <a:pt x="2925" y="1658"/>
                  </a:lnTo>
                  <a:lnTo>
                    <a:pt x="2929" y="1335"/>
                  </a:lnTo>
                  <a:lnTo>
                    <a:pt x="2937" y="1110"/>
                  </a:lnTo>
                  <a:lnTo>
                    <a:pt x="2941" y="1424"/>
                  </a:lnTo>
                  <a:lnTo>
                    <a:pt x="2945" y="898"/>
                  </a:lnTo>
                  <a:lnTo>
                    <a:pt x="2953" y="1050"/>
                  </a:lnTo>
                  <a:lnTo>
                    <a:pt x="2957" y="161"/>
                  </a:lnTo>
                  <a:lnTo>
                    <a:pt x="2961" y="1149"/>
                  </a:lnTo>
                  <a:lnTo>
                    <a:pt x="2965" y="513"/>
                  </a:lnTo>
                  <a:lnTo>
                    <a:pt x="2969" y="588"/>
                  </a:lnTo>
                  <a:lnTo>
                    <a:pt x="2973" y="602"/>
                  </a:lnTo>
                  <a:lnTo>
                    <a:pt x="2977" y="677"/>
                  </a:lnTo>
                  <a:lnTo>
                    <a:pt x="2982" y="1397"/>
                  </a:lnTo>
                  <a:lnTo>
                    <a:pt x="2986" y="639"/>
                  </a:lnTo>
                  <a:lnTo>
                    <a:pt x="2990" y="1298"/>
                  </a:lnTo>
                  <a:lnTo>
                    <a:pt x="2994" y="1236"/>
                  </a:lnTo>
                  <a:lnTo>
                    <a:pt x="2998" y="1056"/>
                  </a:lnTo>
                  <a:lnTo>
                    <a:pt x="3002" y="1538"/>
                  </a:lnTo>
                  <a:lnTo>
                    <a:pt x="3006" y="725"/>
                  </a:lnTo>
                  <a:lnTo>
                    <a:pt x="3010" y="661"/>
                  </a:lnTo>
                  <a:lnTo>
                    <a:pt x="3022" y="1039"/>
                  </a:lnTo>
                  <a:lnTo>
                    <a:pt x="3026" y="1340"/>
                  </a:lnTo>
                  <a:lnTo>
                    <a:pt x="3030" y="1133"/>
                  </a:lnTo>
                  <a:lnTo>
                    <a:pt x="3034" y="1241"/>
                  </a:lnTo>
                  <a:lnTo>
                    <a:pt x="3038" y="1231"/>
                  </a:lnTo>
                  <a:lnTo>
                    <a:pt x="3042" y="1176"/>
                  </a:lnTo>
                  <a:lnTo>
                    <a:pt x="3046" y="1383"/>
                  </a:lnTo>
                  <a:lnTo>
                    <a:pt x="3050" y="1351"/>
                  </a:lnTo>
                  <a:lnTo>
                    <a:pt x="3055" y="846"/>
                  </a:lnTo>
                  <a:lnTo>
                    <a:pt x="3059" y="1547"/>
                  </a:lnTo>
                  <a:lnTo>
                    <a:pt x="3067" y="1402"/>
                  </a:lnTo>
                  <a:lnTo>
                    <a:pt x="3071" y="1414"/>
                  </a:lnTo>
                  <a:lnTo>
                    <a:pt x="3075" y="1093"/>
                  </a:lnTo>
                  <a:lnTo>
                    <a:pt x="3079" y="1105"/>
                  </a:lnTo>
                  <a:lnTo>
                    <a:pt x="3083" y="1106"/>
                  </a:lnTo>
                  <a:lnTo>
                    <a:pt x="3087" y="1016"/>
                  </a:lnTo>
                  <a:lnTo>
                    <a:pt x="3091" y="1200"/>
                  </a:lnTo>
                  <a:lnTo>
                    <a:pt x="3095" y="1226"/>
                  </a:lnTo>
                  <a:lnTo>
                    <a:pt x="3099" y="950"/>
                  </a:lnTo>
                  <a:lnTo>
                    <a:pt x="3103" y="860"/>
                  </a:lnTo>
                  <a:lnTo>
                    <a:pt x="3107" y="1064"/>
                  </a:lnTo>
                  <a:lnTo>
                    <a:pt x="3115" y="853"/>
                  </a:lnTo>
                  <a:lnTo>
                    <a:pt x="3119" y="1121"/>
                  </a:lnTo>
                  <a:lnTo>
                    <a:pt x="3123" y="1074"/>
                  </a:lnTo>
                  <a:lnTo>
                    <a:pt x="3128" y="916"/>
                  </a:lnTo>
                  <a:lnTo>
                    <a:pt x="3132" y="1358"/>
                  </a:lnTo>
                  <a:lnTo>
                    <a:pt x="3136" y="1245"/>
                  </a:lnTo>
                  <a:lnTo>
                    <a:pt x="3140" y="1257"/>
                  </a:lnTo>
                  <a:lnTo>
                    <a:pt x="3144" y="1450"/>
                  </a:lnTo>
                  <a:lnTo>
                    <a:pt x="3148" y="795"/>
                  </a:lnTo>
                  <a:lnTo>
                    <a:pt x="3152" y="742"/>
                  </a:lnTo>
                  <a:lnTo>
                    <a:pt x="3156" y="744"/>
                  </a:lnTo>
                  <a:lnTo>
                    <a:pt x="3160" y="1017"/>
                  </a:lnTo>
                  <a:lnTo>
                    <a:pt x="3164" y="835"/>
                  </a:lnTo>
                  <a:lnTo>
                    <a:pt x="3168" y="378"/>
                  </a:lnTo>
                  <a:lnTo>
                    <a:pt x="3172" y="872"/>
                  </a:lnTo>
                  <a:lnTo>
                    <a:pt x="3176" y="1007"/>
                  </a:lnTo>
                  <a:lnTo>
                    <a:pt x="3180" y="1062"/>
                  </a:lnTo>
                  <a:lnTo>
                    <a:pt x="3188" y="907"/>
                  </a:lnTo>
                  <a:lnTo>
                    <a:pt x="3192" y="907"/>
                  </a:lnTo>
                  <a:lnTo>
                    <a:pt x="3196" y="921"/>
                  </a:lnTo>
                  <a:lnTo>
                    <a:pt x="3200" y="1019"/>
                  </a:lnTo>
                  <a:lnTo>
                    <a:pt x="3205" y="976"/>
                  </a:lnTo>
                  <a:lnTo>
                    <a:pt x="3209" y="1081"/>
                  </a:lnTo>
                  <a:lnTo>
                    <a:pt x="3217" y="1638"/>
                  </a:lnTo>
                  <a:lnTo>
                    <a:pt x="3221" y="1083"/>
                  </a:lnTo>
                  <a:lnTo>
                    <a:pt x="3225" y="1520"/>
                  </a:lnTo>
                  <a:lnTo>
                    <a:pt x="3229" y="1680"/>
                  </a:lnTo>
                  <a:lnTo>
                    <a:pt x="3233" y="1575"/>
                  </a:lnTo>
                  <a:lnTo>
                    <a:pt x="3237" y="745"/>
                  </a:lnTo>
                  <a:lnTo>
                    <a:pt x="3241" y="886"/>
                  </a:lnTo>
                  <a:lnTo>
                    <a:pt x="3245" y="1337"/>
                  </a:lnTo>
                  <a:lnTo>
                    <a:pt x="3249" y="1334"/>
                  </a:lnTo>
                  <a:lnTo>
                    <a:pt x="3253" y="1131"/>
                  </a:lnTo>
                  <a:lnTo>
                    <a:pt x="3257" y="609"/>
                  </a:lnTo>
                  <a:lnTo>
                    <a:pt x="3261" y="1181"/>
                  </a:lnTo>
                  <a:lnTo>
                    <a:pt x="3269" y="1304"/>
                  </a:lnTo>
                  <a:lnTo>
                    <a:pt x="3273" y="572"/>
                  </a:lnTo>
                  <a:lnTo>
                    <a:pt x="3278" y="1237"/>
                  </a:lnTo>
                  <a:lnTo>
                    <a:pt x="3282" y="494"/>
                  </a:lnTo>
                  <a:lnTo>
                    <a:pt x="3286" y="388"/>
                  </a:lnTo>
                  <a:lnTo>
                    <a:pt x="3290" y="594"/>
                  </a:lnTo>
                  <a:lnTo>
                    <a:pt x="3294" y="1176"/>
                  </a:lnTo>
                  <a:lnTo>
                    <a:pt x="3298" y="1076"/>
                  </a:lnTo>
                  <a:lnTo>
                    <a:pt x="3302" y="1053"/>
                  </a:lnTo>
                  <a:lnTo>
                    <a:pt x="3310" y="1212"/>
                  </a:lnTo>
                  <a:lnTo>
                    <a:pt x="3318" y="951"/>
                  </a:lnTo>
                  <a:lnTo>
                    <a:pt x="3322" y="1146"/>
                  </a:lnTo>
                  <a:lnTo>
                    <a:pt x="3326" y="989"/>
                  </a:lnTo>
                  <a:lnTo>
                    <a:pt x="3330" y="512"/>
                  </a:lnTo>
                  <a:lnTo>
                    <a:pt x="3334" y="1305"/>
                  </a:lnTo>
                  <a:lnTo>
                    <a:pt x="3338" y="849"/>
                  </a:lnTo>
                  <a:lnTo>
                    <a:pt x="3342" y="786"/>
                  </a:lnTo>
                  <a:lnTo>
                    <a:pt x="3346" y="1394"/>
                  </a:lnTo>
                  <a:lnTo>
                    <a:pt x="3351" y="854"/>
                  </a:lnTo>
                  <a:lnTo>
                    <a:pt x="3355" y="1717"/>
                  </a:lnTo>
                  <a:lnTo>
                    <a:pt x="3359" y="866"/>
                  </a:lnTo>
                  <a:lnTo>
                    <a:pt x="3363" y="763"/>
                  </a:lnTo>
                  <a:lnTo>
                    <a:pt x="3367" y="776"/>
                  </a:lnTo>
                  <a:lnTo>
                    <a:pt x="3371" y="1255"/>
                  </a:lnTo>
                  <a:lnTo>
                    <a:pt x="3375" y="844"/>
                  </a:lnTo>
                  <a:lnTo>
                    <a:pt x="3379" y="1324"/>
                  </a:lnTo>
                  <a:lnTo>
                    <a:pt x="3383" y="453"/>
                  </a:lnTo>
                  <a:lnTo>
                    <a:pt x="3387" y="1108"/>
                  </a:lnTo>
                  <a:lnTo>
                    <a:pt x="3391" y="1231"/>
                  </a:lnTo>
                  <a:lnTo>
                    <a:pt x="3395" y="488"/>
                  </a:lnTo>
                  <a:lnTo>
                    <a:pt x="3399" y="1306"/>
                  </a:lnTo>
                  <a:lnTo>
                    <a:pt x="3403" y="791"/>
                  </a:lnTo>
                  <a:lnTo>
                    <a:pt x="3407" y="1214"/>
                  </a:lnTo>
                  <a:lnTo>
                    <a:pt x="3411" y="1214"/>
                  </a:lnTo>
                  <a:lnTo>
                    <a:pt x="3415" y="1506"/>
                  </a:lnTo>
                  <a:lnTo>
                    <a:pt x="3419" y="518"/>
                  </a:lnTo>
                  <a:lnTo>
                    <a:pt x="3424" y="1202"/>
                  </a:lnTo>
                  <a:lnTo>
                    <a:pt x="3428" y="617"/>
                  </a:lnTo>
                  <a:lnTo>
                    <a:pt x="3432" y="419"/>
                  </a:lnTo>
                  <a:lnTo>
                    <a:pt x="3436" y="773"/>
                  </a:lnTo>
                  <a:lnTo>
                    <a:pt x="3440" y="733"/>
                  </a:lnTo>
                  <a:lnTo>
                    <a:pt x="3444" y="591"/>
                  </a:lnTo>
                  <a:lnTo>
                    <a:pt x="3448" y="779"/>
                  </a:lnTo>
                  <a:lnTo>
                    <a:pt x="3452" y="1451"/>
                  </a:lnTo>
                  <a:lnTo>
                    <a:pt x="3456" y="657"/>
                  </a:lnTo>
                  <a:lnTo>
                    <a:pt x="3460" y="740"/>
                  </a:lnTo>
                  <a:lnTo>
                    <a:pt x="3464" y="1353"/>
                  </a:lnTo>
                  <a:lnTo>
                    <a:pt x="3468" y="974"/>
                  </a:lnTo>
                  <a:lnTo>
                    <a:pt x="3472" y="1352"/>
                  </a:lnTo>
                  <a:lnTo>
                    <a:pt x="3476" y="883"/>
                  </a:lnTo>
                  <a:lnTo>
                    <a:pt x="3480" y="1607"/>
                  </a:lnTo>
                  <a:lnTo>
                    <a:pt x="3488" y="758"/>
                  </a:lnTo>
                  <a:lnTo>
                    <a:pt x="3492" y="741"/>
                  </a:lnTo>
                  <a:lnTo>
                    <a:pt x="3501" y="422"/>
                  </a:lnTo>
                  <a:lnTo>
                    <a:pt x="3505" y="648"/>
                  </a:lnTo>
                  <a:lnTo>
                    <a:pt x="3509" y="1023"/>
                  </a:lnTo>
                  <a:lnTo>
                    <a:pt x="3513" y="535"/>
                  </a:lnTo>
                  <a:lnTo>
                    <a:pt x="3517" y="361"/>
                  </a:lnTo>
                  <a:lnTo>
                    <a:pt x="3521" y="1148"/>
                  </a:lnTo>
                  <a:lnTo>
                    <a:pt x="3529" y="359"/>
                  </a:lnTo>
                  <a:lnTo>
                    <a:pt x="3533" y="590"/>
                  </a:lnTo>
                  <a:lnTo>
                    <a:pt x="3537" y="489"/>
                  </a:lnTo>
                  <a:lnTo>
                    <a:pt x="3541" y="739"/>
                  </a:lnTo>
                  <a:lnTo>
                    <a:pt x="3545" y="685"/>
                  </a:lnTo>
                  <a:lnTo>
                    <a:pt x="3549" y="665"/>
                  </a:lnTo>
                  <a:lnTo>
                    <a:pt x="3553" y="663"/>
                  </a:lnTo>
                  <a:lnTo>
                    <a:pt x="3557" y="222"/>
                  </a:lnTo>
                  <a:lnTo>
                    <a:pt x="3561" y="515"/>
                  </a:lnTo>
                  <a:lnTo>
                    <a:pt x="3565" y="557"/>
                  </a:lnTo>
                  <a:lnTo>
                    <a:pt x="3570" y="563"/>
                  </a:lnTo>
                  <a:lnTo>
                    <a:pt x="3574" y="468"/>
                  </a:lnTo>
                  <a:lnTo>
                    <a:pt x="3578" y="656"/>
                  </a:lnTo>
                  <a:lnTo>
                    <a:pt x="3582" y="629"/>
                  </a:lnTo>
                  <a:lnTo>
                    <a:pt x="3586" y="627"/>
                  </a:lnTo>
                  <a:lnTo>
                    <a:pt x="3590" y="646"/>
                  </a:lnTo>
                  <a:lnTo>
                    <a:pt x="3594" y="1144"/>
                  </a:lnTo>
                  <a:lnTo>
                    <a:pt x="3598" y="1081"/>
                  </a:lnTo>
                  <a:lnTo>
                    <a:pt x="3602" y="1132"/>
                  </a:lnTo>
                  <a:lnTo>
                    <a:pt x="3606" y="1066"/>
                  </a:lnTo>
                  <a:lnTo>
                    <a:pt x="3610" y="1042"/>
                  </a:lnTo>
                  <a:lnTo>
                    <a:pt x="3614" y="1176"/>
                  </a:lnTo>
                  <a:lnTo>
                    <a:pt x="3618" y="1100"/>
                  </a:lnTo>
                  <a:lnTo>
                    <a:pt x="3622" y="1099"/>
                  </a:lnTo>
                  <a:lnTo>
                    <a:pt x="3626" y="468"/>
                  </a:lnTo>
                  <a:lnTo>
                    <a:pt x="3630" y="415"/>
                  </a:lnTo>
                  <a:lnTo>
                    <a:pt x="3634" y="1043"/>
                  </a:lnTo>
                  <a:lnTo>
                    <a:pt x="3638" y="461"/>
                  </a:lnTo>
                  <a:lnTo>
                    <a:pt x="3643" y="1068"/>
                  </a:lnTo>
                  <a:lnTo>
                    <a:pt x="3647" y="1171"/>
                  </a:lnTo>
                  <a:lnTo>
                    <a:pt x="3651" y="1051"/>
                  </a:lnTo>
                  <a:lnTo>
                    <a:pt x="3655" y="1022"/>
                  </a:lnTo>
                  <a:lnTo>
                    <a:pt x="3659" y="561"/>
                  </a:lnTo>
                  <a:lnTo>
                    <a:pt x="3663" y="1033"/>
                  </a:lnTo>
                  <a:lnTo>
                    <a:pt x="3667" y="615"/>
                  </a:lnTo>
                  <a:lnTo>
                    <a:pt x="3671" y="445"/>
                  </a:lnTo>
                  <a:lnTo>
                    <a:pt x="3675" y="1187"/>
                  </a:lnTo>
                  <a:lnTo>
                    <a:pt x="3679" y="949"/>
                  </a:lnTo>
                  <a:lnTo>
                    <a:pt x="3687" y="1093"/>
                  </a:lnTo>
                  <a:lnTo>
                    <a:pt x="3691" y="1113"/>
                  </a:lnTo>
                  <a:lnTo>
                    <a:pt x="3695" y="1053"/>
                  </a:lnTo>
                  <a:lnTo>
                    <a:pt x="3699" y="826"/>
                  </a:lnTo>
                  <a:lnTo>
                    <a:pt x="3703" y="240"/>
                  </a:lnTo>
                  <a:lnTo>
                    <a:pt x="3707" y="610"/>
                  </a:lnTo>
                  <a:lnTo>
                    <a:pt x="3711" y="483"/>
                  </a:lnTo>
                  <a:lnTo>
                    <a:pt x="3716" y="943"/>
                  </a:lnTo>
                  <a:lnTo>
                    <a:pt x="3720" y="743"/>
                  </a:lnTo>
                  <a:lnTo>
                    <a:pt x="3724" y="674"/>
                  </a:lnTo>
                  <a:lnTo>
                    <a:pt x="3728" y="1189"/>
                  </a:lnTo>
                  <a:lnTo>
                    <a:pt x="3732" y="950"/>
                  </a:lnTo>
                  <a:lnTo>
                    <a:pt x="3736" y="1330"/>
                  </a:lnTo>
                  <a:lnTo>
                    <a:pt x="3740" y="764"/>
                  </a:lnTo>
                  <a:lnTo>
                    <a:pt x="3744" y="927"/>
                  </a:lnTo>
                  <a:lnTo>
                    <a:pt x="3748" y="503"/>
                  </a:lnTo>
                  <a:lnTo>
                    <a:pt x="3752" y="810"/>
                  </a:lnTo>
                  <a:lnTo>
                    <a:pt x="3756" y="410"/>
                  </a:lnTo>
                  <a:lnTo>
                    <a:pt x="3760" y="561"/>
                  </a:lnTo>
                  <a:lnTo>
                    <a:pt x="3764" y="1145"/>
                  </a:lnTo>
                  <a:lnTo>
                    <a:pt x="3768" y="979"/>
                  </a:lnTo>
                  <a:lnTo>
                    <a:pt x="3776" y="1172"/>
                  </a:lnTo>
                  <a:lnTo>
                    <a:pt x="3780" y="896"/>
                  </a:lnTo>
                  <a:lnTo>
                    <a:pt x="3784" y="1007"/>
                  </a:lnTo>
                  <a:lnTo>
                    <a:pt x="3789" y="862"/>
                  </a:lnTo>
                  <a:lnTo>
                    <a:pt x="3793" y="1072"/>
                  </a:lnTo>
                  <a:lnTo>
                    <a:pt x="3797" y="287"/>
                  </a:lnTo>
                  <a:lnTo>
                    <a:pt x="3801" y="1118"/>
                  </a:lnTo>
                  <a:lnTo>
                    <a:pt x="3805" y="999"/>
                  </a:lnTo>
                  <a:lnTo>
                    <a:pt x="3809" y="1289"/>
                  </a:lnTo>
                  <a:lnTo>
                    <a:pt x="3813" y="1077"/>
                  </a:lnTo>
                  <a:lnTo>
                    <a:pt x="3817" y="1125"/>
                  </a:lnTo>
                  <a:lnTo>
                    <a:pt x="3821" y="135"/>
                  </a:lnTo>
                  <a:lnTo>
                    <a:pt x="3825" y="298"/>
                  </a:lnTo>
                  <a:lnTo>
                    <a:pt x="3829" y="248"/>
                  </a:lnTo>
                  <a:lnTo>
                    <a:pt x="3833" y="1056"/>
                  </a:lnTo>
                  <a:lnTo>
                    <a:pt x="3837" y="1075"/>
                  </a:lnTo>
                  <a:lnTo>
                    <a:pt x="3841" y="1006"/>
                  </a:lnTo>
                  <a:lnTo>
                    <a:pt x="3845" y="980"/>
                  </a:lnTo>
                  <a:lnTo>
                    <a:pt x="3849" y="980"/>
                  </a:lnTo>
                  <a:lnTo>
                    <a:pt x="3853" y="1008"/>
                  </a:lnTo>
                  <a:lnTo>
                    <a:pt x="3857" y="912"/>
                  </a:lnTo>
                  <a:lnTo>
                    <a:pt x="3866" y="1056"/>
                  </a:lnTo>
                  <a:lnTo>
                    <a:pt x="3870" y="978"/>
                  </a:lnTo>
                  <a:lnTo>
                    <a:pt x="3874" y="1059"/>
                  </a:lnTo>
                  <a:lnTo>
                    <a:pt x="3878" y="1049"/>
                  </a:lnTo>
                  <a:lnTo>
                    <a:pt x="3882" y="516"/>
                  </a:lnTo>
                  <a:lnTo>
                    <a:pt x="3886" y="1154"/>
                  </a:lnTo>
                  <a:lnTo>
                    <a:pt x="3890" y="1213"/>
                  </a:lnTo>
                  <a:lnTo>
                    <a:pt x="3894" y="1086"/>
                  </a:lnTo>
                  <a:lnTo>
                    <a:pt x="3898" y="1182"/>
                  </a:lnTo>
                  <a:lnTo>
                    <a:pt x="3902" y="1135"/>
                  </a:lnTo>
                  <a:lnTo>
                    <a:pt x="3906" y="988"/>
                  </a:lnTo>
                  <a:lnTo>
                    <a:pt x="3910" y="1041"/>
                  </a:lnTo>
                  <a:lnTo>
                    <a:pt x="3914" y="878"/>
                  </a:lnTo>
                  <a:lnTo>
                    <a:pt x="3918" y="949"/>
                  </a:lnTo>
                  <a:lnTo>
                    <a:pt x="3922" y="401"/>
                  </a:lnTo>
                  <a:lnTo>
                    <a:pt x="3930" y="1025"/>
                  </a:lnTo>
                  <a:lnTo>
                    <a:pt x="3935" y="882"/>
                  </a:lnTo>
                  <a:lnTo>
                    <a:pt x="3939" y="1032"/>
                  </a:lnTo>
                  <a:lnTo>
                    <a:pt x="3943" y="866"/>
                  </a:lnTo>
                  <a:lnTo>
                    <a:pt x="3951" y="1244"/>
                  </a:lnTo>
                  <a:lnTo>
                    <a:pt x="3955" y="501"/>
                  </a:lnTo>
                  <a:lnTo>
                    <a:pt x="3959" y="544"/>
                  </a:lnTo>
                  <a:lnTo>
                    <a:pt x="3967" y="1228"/>
                  </a:lnTo>
                  <a:lnTo>
                    <a:pt x="3971" y="695"/>
                  </a:lnTo>
                  <a:lnTo>
                    <a:pt x="3975" y="1136"/>
                  </a:lnTo>
                  <a:lnTo>
                    <a:pt x="3979" y="1078"/>
                  </a:lnTo>
                  <a:lnTo>
                    <a:pt x="3983" y="945"/>
                  </a:lnTo>
                  <a:lnTo>
                    <a:pt x="3991" y="1066"/>
                  </a:lnTo>
                  <a:lnTo>
                    <a:pt x="3995" y="1050"/>
                  </a:lnTo>
                  <a:lnTo>
                    <a:pt x="3999" y="909"/>
                  </a:lnTo>
                  <a:lnTo>
                    <a:pt x="4003" y="623"/>
                  </a:lnTo>
                  <a:lnTo>
                    <a:pt x="4007" y="894"/>
                  </a:lnTo>
                  <a:lnTo>
                    <a:pt x="4012" y="990"/>
                  </a:lnTo>
                  <a:lnTo>
                    <a:pt x="4016" y="772"/>
                  </a:lnTo>
                  <a:lnTo>
                    <a:pt x="4024" y="1206"/>
                  </a:lnTo>
                  <a:lnTo>
                    <a:pt x="4032" y="615"/>
                  </a:lnTo>
                  <a:lnTo>
                    <a:pt x="4036" y="958"/>
                  </a:lnTo>
                  <a:lnTo>
                    <a:pt x="4040" y="503"/>
                  </a:lnTo>
                  <a:lnTo>
                    <a:pt x="4044" y="1128"/>
                  </a:lnTo>
                  <a:lnTo>
                    <a:pt x="4048" y="1092"/>
                  </a:lnTo>
                  <a:lnTo>
                    <a:pt x="4052" y="1143"/>
                  </a:lnTo>
                  <a:lnTo>
                    <a:pt x="4056" y="1390"/>
                  </a:lnTo>
                  <a:lnTo>
                    <a:pt x="4060" y="1008"/>
                  </a:lnTo>
                  <a:lnTo>
                    <a:pt x="4060" y="1008"/>
                  </a:lnTo>
                </a:path>
              </a:pathLst>
            </a:custGeom>
            <a:noFill/>
            <a:ln w="12065" cap="sq">
              <a:solidFill>
                <a:srgbClr val="7F7F7F">
                  <a:alpha val="61960"/>
                </a:srgbClr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10" name="path 110"/>
            <p:cNvSpPr/>
            <p:nvPr/>
          </p:nvSpPr>
          <p:spPr>
            <a:xfrm>
              <a:off x="0" y="0"/>
              <a:ext cx="2587125" cy="1099206"/>
            </a:xfrm>
            <a:custGeom>
              <a:avLst/>
              <a:gdLst/>
              <a:ahLst/>
              <a:cxnLst/>
              <a:rect l="0" t="0" r="0" b="0"/>
              <a:pathLst>
                <a:path w="4074" h="1731">
                  <a:moveTo>
                    <a:pt x="11" y="761"/>
                  </a:moveTo>
                  <a:lnTo>
                    <a:pt x="15" y="705"/>
                  </a:lnTo>
                  <a:lnTo>
                    <a:pt x="19" y="489"/>
                  </a:lnTo>
                  <a:lnTo>
                    <a:pt x="23" y="607"/>
                  </a:lnTo>
                  <a:lnTo>
                    <a:pt x="27" y="265"/>
                  </a:lnTo>
                  <a:lnTo>
                    <a:pt x="31" y="369"/>
                  </a:lnTo>
                  <a:lnTo>
                    <a:pt x="35" y="948"/>
                  </a:lnTo>
                  <a:lnTo>
                    <a:pt x="39" y="833"/>
                  </a:lnTo>
                  <a:lnTo>
                    <a:pt x="43" y="239"/>
                  </a:lnTo>
                  <a:lnTo>
                    <a:pt x="52" y="890"/>
                  </a:lnTo>
                  <a:lnTo>
                    <a:pt x="56" y="904"/>
                  </a:lnTo>
                  <a:lnTo>
                    <a:pt x="64" y="1319"/>
                  </a:lnTo>
                  <a:lnTo>
                    <a:pt x="68" y="498"/>
                  </a:lnTo>
                  <a:lnTo>
                    <a:pt x="76" y="1128"/>
                  </a:lnTo>
                  <a:lnTo>
                    <a:pt x="80" y="1041"/>
                  </a:lnTo>
                  <a:lnTo>
                    <a:pt x="84" y="1154"/>
                  </a:lnTo>
                  <a:lnTo>
                    <a:pt x="88" y="682"/>
                  </a:lnTo>
                  <a:lnTo>
                    <a:pt x="92" y="911"/>
                  </a:lnTo>
                  <a:lnTo>
                    <a:pt x="96" y="1431"/>
                  </a:lnTo>
                  <a:lnTo>
                    <a:pt x="100" y="333"/>
                  </a:lnTo>
                  <a:lnTo>
                    <a:pt x="104" y="1051"/>
                  </a:lnTo>
                  <a:lnTo>
                    <a:pt x="108" y="1090"/>
                  </a:lnTo>
                  <a:lnTo>
                    <a:pt x="120" y="706"/>
                  </a:lnTo>
                  <a:lnTo>
                    <a:pt x="125" y="913"/>
                  </a:lnTo>
                  <a:lnTo>
                    <a:pt x="129" y="734"/>
                  </a:lnTo>
                  <a:lnTo>
                    <a:pt x="133" y="708"/>
                  </a:lnTo>
                  <a:lnTo>
                    <a:pt x="141" y="1045"/>
                  </a:lnTo>
                  <a:lnTo>
                    <a:pt x="145" y="1056"/>
                  </a:lnTo>
                  <a:lnTo>
                    <a:pt x="149" y="1034"/>
                  </a:lnTo>
                  <a:lnTo>
                    <a:pt x="153" y="1235"/>
                  </a:lnTo>
                  <a:lnTo>
                    <a:pt x="157" y="1296"/>
                  </a:lnTo>
                  <a:lnTo>
                    <a:pt x="161" y="1158"/>
                  </a:lnTo>
                  <a:lnTo>
                    <a:pt x="169" y="1263"/>
                  </a:lnTo>
                  <a:lnTo>
                    <a:pt x="173" y="1171"/>
                  </a:lnTo>
                  <a:lnTo>
                    <a:pt x="177" y="420"/>
                  </a:lnTo>
                  <a:lnTo>
                    <a:pt x="181" y="1134"/>
                  </a:lnTo>
                  <a:lnTo>
                    <a:pt x="185" y="1025"/>
                  </a:lnTo>
                  <a:lnTo>
                    <a:pt x="189" y="1335"/>
                  </a:lnTo>
                  <a:lnTo>
                    <a:pt x="193" y="848"/>
                  </a:lnTo>
                  <a:lnTo>
                    <a:pt x="198" y="716"/>
                  </a:lnTo>
                  <a:lnTo>
                    <a:pt x="202" y="707"/>
                  </a:lnTo>
                  <a:lnTo>
                    <a:pt x="206" y="918"/>
                  </a:lnTo>
                  <a:lnTo>
                    <a:pt x="210" y="698"/>
                  </a:lnTo>
                  <a:lnTo>
                    <a:pt x="218" y="811"/>
                  </a:lnTo>
                  <a:lnTo>
                    <a:pt x="222" y="642"/>
                  </a:lnTo>
                  <a:lnTo>
                    <a:pt x="226" y="742"/>
                  </a:lnTo>
                  <a:lnTo>
                    <a:pt x="230" y="731"/>
                  </a:lnTo>
                  <a:lnTo>
                    <a:pt x="242" y="997"/>
                  </a:lnTo>
                  <a:lnTo>
                    <a:pt x="246" y="933"/>
                  </a:lnTo>
                  <a:lnTo>
                    <a:pt x="250" y="945"/>
                  </a:lnTo>
                  <a:lnTo>
                    <a:pt x="254" y="1088"/>
                  </a:lnTo>
                  <a:lnTo>
                    <a:pt x="258" y="608"/>
                  </a:lnTo>
                  <a:lnTo>
                    <a:pt x="262" y="1158"/>
                  </a:lnTo>
                  <a:lnTo>
                    <a:pt x="266" y="1241"/>
                  </a:lnTo>
                  <a:lnTo>
                    <a:pt x="271" y="1217"/>
                  </a:lnTo>
                  <a:lnTo>
                    <a:pt x="275" y="1330"/>
                  </a:lnTo>
                  <a:lnTo>
                    <a:pt x="279" y="1360"/>
                  </a:lnTo>
                  <a:lnTo>
                    <a:pt x="283" y="595"/>
                  </a:lnTo>
                  <a:lnTo>
                    <a:pt x="287" y="1146"/>
                  </a:lnTo>
                  <a:lnTo>
                    <a:pt x="291" y="532"/>
                  </a:lnTo>
                  <a:lnTo>
                    <a:pt x="295" y="739"/>
                  </a:lnTo>
                  <a:lnTo>
                    <a:pt x="299" y="828"/>
                  </a:lnTo>
                  <a:lnTo>
                    <a:pt x="303" y="609"/>
                  </a:lnTo>
                  <a:lnTo>
                    <a:pt x="307" y="819"/>
                  </a:lnTo>
                  <a:lnTo>
                    <a:pt x="311" y="727"/>
                  </a:lnTo>
                  <a:lnTo>
                    <a:pt x="315" y="769"/>
                  </a:lnTo>
                  <a:lnTo>
                    <a:pt x="319" y="171"/>
                  </a:lnTo>
                  <a:lnTo>
                    <a:pt x="323" y="1057"/>
                  </a:lnTo>
                  <a:lnTo>
                    <a:pt x="327" y="943"/>
                  </a:lnTo>
                  <a:lnTo>
                    <a:pt x="331" y="741"/>
                  </a:lnTo>
                  <a:lnTo>
                    <a:pt x="335" y="1176"/>
                  </a:lnTo>
                  <a:lnTo>
                    <a:pt x="344" y="430"/>
                  </a:lnTo>
                  <a:lnTo>
                    <a:pt x="348" y="358"/>
                  </a:lnTo>
                  <a:lnTo>
                    <a:pt x="356" y="810"/>
                  </a:lnTo>
                  <a:lnTo>
                    <a:pt x="360" y="556"/>
                  </a:lnTo>
                  <a:lnTo>
                    <a:pt x="364" y="1103"/>
                  </a:lnTo>
                  <a:lnTo>
                    <a:pt x="368" y="604"/>
                  </a:lnTo>
                  <a:lnTo>
                    <a:pt x="372" y="588"/>
                  </a:lnTo>
                  <a:lnTo>
                    <a:pt x="376" y="1024"/>
                  </a:lnTo>
                  <a:lnTo>
                    <a:pt x="380" y="1036"/>
                  </a:lnTo>
                  <a:lnTo>
                    <a:pt x="384" y="1026"/>
                  </a:lnTo>
                  <a:lnTo>
                    <a:pt x="388" y="818"/>
                  </a:lnTo>
                  <a:lnTo>
                    <a:pt x="392" y="1084"/>
                  </a:lnTo>
                  <a:lnTo>
                    <a:pt x="396" y="757"/>
                  </a:lnTo>
                  <a:lnTo>
                    <a:pt x="400" y="816"/>
                  </a:lnTo>
                  <a:lnTo>
                    <a:pt x="404" y="1031"/>
                  </a:lnTo>
                  <a:lnTo>
                    <a:pt x="408" y="896"/>
                  </a:lnTo>
                  <a:lnTo>
                    <a:pt x="412" y="1056"/>
                  </a:lnTo>
                  <a:lnTo>
                    <a:pt x="417" y="849"/>
                  </a:lnTo>
                  <a:lnTo>
                    <a:pt x="421" y="836"/>
                  </a:lnTo>
                  <a:lnTo>
                    <a:pt x="425" y="776"/>
                  </a:lnTo>
                  <a:lnTo>
                    <a:pt x="429" y="987"/>
                  </a:lnTo>
                  <a:lnTo>
                    <a:pt x="433" y="250"/>
                  </a:lnTo>
                  <a:lnTo>
                    <a:pt x="437" y="925"/>
                  </a:lnTo>
                  <a:lnTo>
                    <a:pt x="441" y="408"/>
                  </a:lnTo>
                  <a:lnTo>
                    <a:pt x="449" y="999"/>
                  </a:lnTo>
                  <a:lnTo>
                    <a:pt x="453" y="1043"/>
                  </a:lnTo>
                  <a:lnTo>
                    <a:pt x="457" y="275"/>
                  </a:lnTo>
                  <a:lnTo>
                    <a:pt x="461" y="275"/>
                  </a:lnTo>
                  <a:lnTo>
                    <a:pt x="465" y="922"/>
                  </a:lnTo>
                  <a:lnTo>
                    <a:pt x="469" y="951"/>
                  </a:lnTo>
                  <a:lnTo>
                    <a:pt x="473" y="778"/>
                  </a:lnTo>
                  <a:lnTo>
                    <a:pt x="485" y="827"/>
                  </a:lnTo>
                  <a:lnTo>
                    <a:pt x="490" y="911"/>
                  </a:lnTo>
                  <a:lnTo>
                    <a:pt x="494" y="611"/>
                  </a:lnTo>
                  <a:lnTo>
                    <a:pt x="498" y="896"/>
                  </a:lnTo>
                  <a:lnTo>
                    <a:pt x="502" y="331"/>
                  </a:lnTo>
                  <a:lnTo>
                    <a:pt x="506" y="755"/>
                  </a:lnTo>
                  <a:lnTo>
                    <a:pt x="510" y="874"/>
                  </a:lnTo>
                  <a:lnTo>
                    <a:pt x="518" y="667"/>
                  </a:lnTo>
                  <a:lnTo>
                    <a:pt x="522" y="660"/>
                  </a:lnTo>
                  <a:lnTo>
                    <a:pt x="526" y="727"/>
                  </a:lnTo>
                  <a:lnTo>
                    <a:pt x="530" y="1325"/>
                  </a:lnTo>
                  <a:lnTo>
                    <a:pt x="534" y="1249"/>
                  </a:lnTo>
                  <a:lnTo>
                    <a:pt x="538" y="982"/>
                  </a:lnTo>
                  <a:lnTo>
                    <a:pt x="542" y="1276"/>
                  </a:lnTo>
                  <a:lnTo>
                    <a:pt x="546" y="1346"/>
                  </a:lnTo>
                  <a:lnTo>
                    <a:pt x="554" y="1012"/>
                  </a:lnTo>
                  <a:lnTo>
                    <a:pt x="558" y="1263"/>
                  </a:lnTo>
                  <a:lnTo>
                    <a:pt x="563" y="1214"/>
                  </a:lnTo>
                  <a:lnTo>
                    <a:pt x="567" y="1079"/>
                  </a:lnTo>
                  <a:lnTo>
                    <a:pt x="571" y="1330"/>
                  </a:lnTo>
                  <a:lnTo>
                    <a:pt x="575" y="375"/>
                  </a:lnTo>
                  <a:lnTo>
                    <a:pt x="579" y="1050"/>
                  </a:lnTo>
                  <a:lnTo>
                    <a:pt x="583" y="1104"/>
                  </a:lnTo>
                  <a:lnTo>
                    <a:pt x="587" y="1062"/>
                  </a:lnTo>
                  <a:lnTo>
                    <a:pt x="591" y="1051"/>
                  </a:lnTo>
                  <a:lnTo>
                    <a:pt x="595" y="945"/>
                  </a:lnTo>
                  <a:lnTo>
                    <a:pt x="599" y="498"/>
                  </a:lnTo>
                  <a:lnTo>
                    <a:pt x="603" y="1044"/>
                  </a:lnTo>
                  <a:lnTo>
                    <a:pt x="607" y="1195"/>
                  </a:lnTo>
                  <a:lnTo>
                    <a:pt x="611" y="1138"/>
                  </a:lnTo>
                  <a:lnTo>
                    <a:pt x="615" y="877"/>
                  </a:lnTo>
                  <a:lnTo>
                    <a:pt x="623" y="1154"/>
                  </a:lnTo>
                  <a:lnTo>
                    <a:pt x="627" y="1167"/>
                  </a:lnTo>
                  <a:lnTo>
                    <a:pt x="631" y="1067"/>
                  </a:lnTo>
                  <a:lnTo>
                    <a:pt x="636" y="1261"/>
                  </a:lnTo>
                  <a:lnTo>
                    <a:pt x="640" y="703"/>
                  </a:lnTo>
                  <a:lnTo>
                    <a:pt x="644" y="1178"/>
                  </a:lnTo>
                  <a:lnTo>
                    <a:pt x="648" y="1253"/>
                  </a:lnTo>
                  <a:lnTo>
                    <a:pt x="652" y="1377"/>
                  </a:lnTo>
                  <a:lnTo>
                    <a:pt x="656" y="874"/>
                  </a:lnTo>
                  <a:lnTo>
                    <a:pt x="660" y="889"/>
                  </a:lnTo>
                  <a:lnTo>
                    <a:pt x="664" y="797"/>
                  </a:lnTo>
                  <a:lnTo>
                    <a:pt x="668" y="836"/>
                  </a:lnTo>
                  <a:lnTo>
                    <a:pt x="676" y="785"/>
                  </a:lnTo>
                  <a:lnTo>
                    <a:pt x="680" y="637"/>
                  </a:lnTo>
                  <a:lnTo>
                    <a:pt x="688" y="1082"/>
                  </a:lnTo>
                  <a:lnTo>
                    <a:pt x="692" y="1100"/>
                  </a:lnTo>
                  <a:lnTo>
                    <a:pt x="700" y="520"/>
                  </a:lnTo>
                  <a:lnTo>
                    <a:pt x="709" y="1260"/>
                  </a:lnTo>
                  <a:lnTo>
                    <a:pt x="713" y="973"/>
                  </a:lnTo>
                  <a:lnTo>
                    <a:pt x="717" y="405"/>
                  </a:lnTo>
                  <a:lnTo>
                    <a:pt x="721" y="282"/>
                  </a:lnTo>
                  <a:lnTo>
                    <a:pt x="725" y="1037"/>
                  </a:lnTo>
                  <a:lnTo>
                    <a:pt x="729" y="1033"/>
                  </a:lnTo>
                  <a:lnTo>
                    <a:pt x="733" y="899"/>
                  </a:lnTo>
                  <a:lnTo>
                    <a:pt x="737" y="965"/>
                  </a:lnTo>
                  <a:lnTo>
                    <a:pt x="741" y="594"/>
                  </a:lnTo>
                  <a:lnTo>
                    <a:pt x="745" y="1068"/>
                  </a:lnTo>
                  <a:lnTo>
                    <a:pt x="749" y="675"/>
                  </a:lnTo>
                  <a:lnTo>
                    <a:pt x="753" y="989"/>
                  </a:lnTo>
                  <a:lnTo>
                    <a:pt x="757" y="965"/>
                  </a:lnTo>
                  <a:lnTo>
                    <a:pt x="761" y="660"/>
                  </a:lnTo>
                  <a:lnTo>
                    <a:pt x="765" y="743"/>
                  </a:lnTo>
                  <a:lnTo>
                    <a:pt x="769" y="1029"/>
                  </a:lnTo>
                  <a:lnTo>
                    <a:pt x="773" y="607"/>
                  </a:lnTo>
                  <a:lnTo>
                    <a:pt x="777" y="1267"/>
                  </a:lnTo>
                  <a:lnTo>
                    <a:pt x="782" y="1394"/>
                  </a:lnTo>
                  <a:lnTo>
                    <a:pt x="786" y="1207"/>
                  </a:lnTo>
                  <a:lnTo>
                    <a:pt x="790" y="1138"/>
                  </a:lnTo>
                  <a:lnTo>
                    <a:pt x="794" y="1238"/>
                  </a:lnTo>
                  <a:lnTo>
                    <a:pt x="802" y="1046"/>
                  </a:lnTo>
                  <a:lnTo>
                    <a:pt x="806" y="739"/>
                  </a:lnTo>
                  <a:lnTo>
                    <a:pt x="810" y="731"/>
                  </a:lnTo>
                  <a:lnTo>
                    <a:pt x="814" y="687"/>
                  </a:lnTo>
                  <a:lnTo>
                    <a:pt x="818" y="703"/>
                  </a:lnTo>
                  <a:lnTo>
                    <a:pt x="822" y="549"/>
                  </a:lnTo>
                  <a:lnTo>
                    <a:pt x="826" y="563"/>
                  </a:lnTo>
                  <a:lnTo>
                    <a:pt x="830" y="475"/>
                  </a:lnTo>
                  <a:lnTo>
                    <a:pt x="834" y="633"/>
                  </a:lnTo>
                  <a:lnTo>
                    <a:pt x="838" y="540"/>
                  </a:lnTo>
                  <a:lnTo>
                    <a:pt x="842" y="629"/>
                  </a:lnTo>
                  <a:lnTo>
                    <a:pt x="846" y="1062"/>
                  </a:lnTo>
                  <a:lnTo>
                    <a:pt x="850" y="640"/>
                  </a:lnTo>
                  <a:lnTo>
                    <a:pt x="854" y="927"/>
                  </a:lnTo>
                  <a:lnTo>
                    <a:pt x="859" y="925"/>
                  </a:lnTo>
                  <a:lnTo>
                    <a:pt x="863" y="819"/>
                  </a:lnTo>
                  <a:lnTo>
                    <a:pt x="867" y="119"/>
                  </a:lnTo>
                  <a:lnTo>
                    <a:pt x="871" y="810"/>
                  </a:lnTo>
                  <a:lnTo>
                    <a:pt x="875" y="938"/>
                  </a:lnTo>
                  <a:lnTo>
                    <a:pt x="879" y="1156"/>
                  </a:lnTo>
                  <a:lnTo>
                    <a:pt x="883" y="479"/>
                  </a:lnTo>
                  <a:lnTo>
                    <a:pt x="887" y="544"/>
                  </a:lnTo>
                  <a:lnTo>
                    <a:pt x="891" y="739"/>
                  </a:lnTo>
                  <a:lnTo>
                    <a:pt x="895" y="621"/>
                  </a:lnTo>
                  <a:lnTo>
                    <a:pt x="899" y="667"/>
                  </a:lnTo>
                  <a:lnTo>
                    <a:pt x="903" y="190"/>
                  </a:lnTo>
                  <a:lnTo>
                    <a:pt x="907" y="916"/>
                  </a:lnTo>
                  <a:lnTo>
                    <a:pt x="911" y="784"/>
                  </a:lnTo>
                  <a:lnTo>
                    <a:pt x="915" y="1246"/>
                  </a:lnTo>
                  <a:lnTo>
                    <a:pt x="919" y="1238"/>
                  </a:lnTo>
                  <a:lnTo>
                    <a:pt x="923" y="900"/>
                  </a:lnTo>
                  <a:lnTo>
                    <a:pt x="927" y="118"/>
                  </a:lnTo>
                  <a:lnTo>
                    <a:pt x="932" y="831"/>
                  </a:lnTo>
                  <a:lnTo>
                    <a:pt x="936" y="572"/>
                  </a:lnTo>
                  <a:lnTo>
                    <a:pt x="940" y="11"/>
                  </a:lnTo>
                  <a:lnTo>
                    <a:pt x="944" y="823"/>
                  </a:lnTo>
                  <a:lnTo>
                    <a:pt x="948" y="859"/>
                  </a:lnTo>
                  <a:lnTo>
                    <a:pt x="952" y="341"/>
                  </a:lnTo>
                  <a:lnTo>
                    <a:pt x="956" y="532"/>
                  </a:lnTo>
                  <a:lnTo>
                    <a:pt x="960" y="862"/>
                  </a:lnTo>
                  <a:lnTo>
                    <a:pt x="964" y="331"/>
                  </a:lnTo>
                  <a:lnTo>
                    <a:pt x="976" y="1313"/>
                  </a:lnTo>
                  <a:lnTo>
                    <a:pt x="980" y="1050"/>
                  </a:lnTo>
                  <a:lnTo>
                    <a:pt x="984" y="1168"/>
                  </a:lnTo>
                  <a:lnTo>
                    <a:pt x="992" y="877"/>
                  </a:lnTo>
                  <a:lnTo>
                    <a:pt x="996" y="941"/>
                  </a:lnTo>
                  <a:lnTo>
                    <a:pt x="1000" y="1087"/>
                  </a:lnTo>
                  <a:lnTo>
                    <a:pt x="1005" y="1019"/>
                  </a:lnTo>
                  <a:lnTo>
                    <a:pt x="1009" y="1209"/>
                  </a:lnTo>
                  <a:lnTo>
                    <a:pt x="1013" y="1002"/>
                  </a:lnTo>
                  <a:lnTo>
                    <a:pt x="1017" y="1110"/>
                  </a:lnTo>
                  <a:lnTo>
                    <a:pt x="1021" y="851"/>
                  </a:lnTo>
                  <a:lnTo>
                    <a:pt x="1025" y="939"/>
                  </a:lnTo>
                  <a:lnTo>
                    <a:pt x="1029" y="222"/>
                  </a:lnTo>
                  <a:lnTo>
                    <a:pt x="1033" y="899"/>
                  </a:lnTo>
                  <a:lnTo>
                    <a:pt x="1037" y="954"/>
                  </a:lnTo>
                  <a:lnTo>
                    <a:pt x="1041" y="909"/>
                  </a:lnTo>
                  <a:lnTo>
                    <a:pt x="1045" y="1114"/>
                  </a:lnTo>
                  <a:lnTo>
                    <a:pt x="1049" y="1033"/>
                  </a:lnTo>
                  <a:lnTo>
                    <a:pt x="1053" y="1137"/>
                  </a:lnTo>
                  <a:lnTo>
                    <a:pt x="1057" y="1040"/>
                  </a:lnTo>
                  <a:lnTo>
                    <a:pt x="1061" y="643"/>
                  </a:lnTo>
                  <a:lnTo>
                    <a:pt x="1065" y="1337"/>
                  </a:lnTo>
                  <a:lnTo>
                    <a:pt x="1069" y="736"/>
                  </a:lnTo>
                  <a:lnTo>
                    <a:pt x="1073" y="1383"/>
                  </a:lnTo>
                  <a:lnTo>
                    <a:pt x="1078" y="1007"/>
                  </a:lnTo>
                  <a:lnTo>
                    <a:pt x="1082" y="1133"/>
                  </a:lnTo>
                  <a:lnTo>
                    <a:pt x="1086" y="819"/>
                  </a:lnTo>
                  <a:lnTo>
                    <a:pt x="1090" y="875"/>
                  </a:lnTo>
                  <a:lnTo>
                    <a:pt x="1094" y="880"/>
                  </a:lnTo>
                  <a:lnTo>
                    <a:pt x="1098" y="1132"/>
                  </a:lnTo>
                  <a:lnTo>
                    <a:pt x="1106" y="375"/>
                  </a:lnTo>
                  <a:lnTo>
                    <a:pt x="1110" y="1132"/>
                  </a:lnTo>
                  <a:lnTo>
                    <a:pt x="1114" y="1243"/>
                  </a:lnTo>
                  <a:lnTo>
                    <a:pt x="1118" y="1280"/>
                  </a:lnTo>
                  <a:lnTo>
                    <a:pt x="1122" y="1253"/>
                  </a:lnTo>
                  <a:lnTo>
                    <a:pt x="1130" y="1113"/>
                  </a:lnTo>
                  <a:lnTo>
                    <a:pt x="1134" y="852"/>
                  </a:lnTo>
                  <a:lnTo>
                    <a:pt x="1138" y="1062"/>
                  </a:lnTo>
                  <a:lnTo>
                    <a:pt x="1142" y="1028"/>
                  </a:lnTo>
                  <a:lnTo>
                    <a:pt x="1146" y="1029"/>
                  </a:lnTo>
                  <a:lnTo>
                    <a:pt x="1151" y="453"/>
                  </a:lnTo>
                  <a:lnTo>
                    <a:pt x="1163" y="1423"/>
                  </a:lnTo>
                  <a:lnTo>
                    <a:pt x="1167" y="734"/>
                  </a:lnTo>
                  <a:lnTo>
                    <a:pt x="1171" y="835"/>
                  </a:lnTo>
                  <a:lnTo>
                    <a:pt x="1175" y="468"/>
                  </a:lnTo>
                  <a:lnTo>
                    <a:pt x="1183" y="1315"/>
                  </a:lnTo>
                  <a:lnTo>
                    <a:pt x="1187" y="1328"/>
                  </a:lnTo>
                  <a:lnTo>
                    <a:pt x="1191" y="1222"/>
                  </a:lnTo>
                  <a:lnTo>
                    <a:pt x="1195" y="353"/>
                  </a:lnTo>
                  <a:lnTo>
                    <a:pt x="1199" y="1390"/>
                  </a:lnTo>
                  <a:lnTo>
                    <a:pt x="1203" y="927"/>
                  </a:lnTo>
                  <a:lnTo>
                    <a:pt x="1207" y="1160"/>
                  </a:lnTo>
                  <a:lnTo>
                    <a:pt x="1211" y="1221"/>
                  </a:lnTo>
                  <a:lnTo>
                    <a:pt x="1215" y="1104"/>
                  </a:lnTo>
                  <a:lnTo>
                    <a:pt x="1228" y="361"/>
                  </a:lnTo>
                  <a:lnTo>
                    <a:pt x="1232" y="337"/>
                  </a:lnTo>
                  <a:lnTo>
                    <a:pt x="1240" y="767"/>
                  </a:lnTo>
                  <a:lnTo>
                    <a:pt x="1248" y="402"/>
                  </a:lnTo>
                  <a:lnTo>
                    <a:pt x="1252" y="431"/>
                  </a:lnTo>
                  <a:lnTo>
                    <a:pt x="1256" y="1044"/>
                  </a:lnTo>
                  <a:lnTo>
                    <a:pt x="1260" y="964"/>
                  </a:lnTo>
                  <a:lnTo>
                    <a:pt x="1264" y="1348"/>
                  </a:lnTo>
                  <a:lnTo>
                    <a:pt x="1268" y="1433"/>
                  </a:lnTo>
                  <a:lnTo>
                    <a:pt x="1272" y="719"/>
                  </a:lnTo>
                  <a:lnTo>
                    <a:pt x="1276" y="1057"/>
                  </a:lnTo>
                  <a:lnTo>
                    <a:pt x="1280" y="1190"/>
                  </a:lnTo>
                  <a:lnTo>
                    <a:pt x="1284" y="1024"/>
                  </a:lnTo>
                  <a:lnTo>
                    <a:pt x="1288" y="1247"/>
                  </a:lnTo>
                  <a:lnTo>
                    <a:pt x="1292" y="644"/>
                  </a:lnTo>
                  <a:lnTo>
                    <a:pt x="1297" y="658"/>
                  </a:lnTo>
                  <a:lnTo>
                    <a:pt x="1301" y="1249"/>
                  </a:lnTo>
                  <a:lnTo>
                    <a:pt x="1305" y="1249"/>
                  </a:lnTo>
                  <a:lnTo>
                    <a:pt x="1309" y="1260"/>
                  </a:lnTo>
                  <a:lnTo>
                    <a:pt x="1313" y="776"/>
                  </a:lnTo>
                  <a:lnTo>
                    <a:pt x="1317" y="1582"/>
                  </a:lnTo>
                  <a:lnTo>
                    <a:pt x="1321" y="1391"/>
                  </a:lnTo>
                  <a:lnTo>
                    <a:pt x="1329" y="1437"/>
                  </a:lnTo>
                  <a:lnTo>
                    <a:pt x="1333" y="1201"/>
                  </a:lnTo>
                  <a:lnTo>
                    <a:pt x="1337" y="595"/>
                  </a:lnTo>
                  <a:lnTo>
                    <a:pt x="1341" y="1215"/>
                  </a:lnTo>
                  <a:lnTo>
                    <a:pt x="1345" y="1229"/>
                  </a:lnTo>
                  <a:lnTo>
                    <a:pt x="1349" y="1476"/>
                  </a:lnTo>
                  <a:lnTo>
                    <a:pt x="1357" y="1360"/>
                  </a:lnTo>
                  <a:lnTo>
                    <a:pt x="1361" y="1624"/>
                  </a:lnTo>
                  <a:lnTo>
                    <a:pt x="1365" y="620"/>
                  </a:lnTo>
                  <a:lnTo>
                    <a:pt x="1370" y="1546"/>
                  </a:lnTo>
                  <a:lnTo>
                    <a:pt x="1374" y="718"/>
                  </a:lnTo>
                  <a:lnTo>
                    <a:pt x="1378" y="1437"/>
                  </a:lnTo>
                  <a:lnTo>
                    <a:pt x="1382" y="636"/>
                  </a:lnTo>
                  <a:lnTo>
                    <a:pt x="1386" y="1306"/>
                  </a:lnTo>
                  <a:lnTo>
                    <a:pt x="1390" y="1437"/>
                  </a:lnTo>
                  <a:lnTo>
                    <a:pt x="1394" y="775"/>
                  </a:lnTo>
                  <a:lnTo>
                    <a:pt x="1398" y="615"/>
                  </a:lnTo>
                  <a:lnTo>
                    <a:pt x="1406" y="855"/>
                  </a:lnTo>
                  <a:lnTo>
                    <a:pt x="1410" y="401"/>
                  </a:lnTo>
                  <a:lnTo>
                    <a:pt x="1414" y="803"/>
                  </a:lnTo>
                  <a:lnTo>
                    <a:pt x="1418" y="346"/>
                  </a:lnTo>
                  <a:lnTo>
                    <a:pt x="1422" y="280"/>
                  </a:lnTo>
                  <a:lnTo>
                    <a:pt x="1426" y="992"/>
                  </a:lnTo>
                  <a:lnTo>
                    <a:pt x="1434" y="1065"/>
                  </a:lnTo>
                  <a:lnTo>
                    <a:pt x="1443" y="871"/>
                  </a:lnTo>
                  <a:lnTo>
                    <a:pt x="1447" y="1033"/>
                  </a:lnTo>
                  <a:lnTo>
                    <a:pt x="1451" y="512"/>
                  </a:lnTo>
                  <a:lnTo>
                    <a:pt x="1455" y="1191"/>
                  </a:lnTo>
                  <a:lnTo>
                    <a:pt x="1463" y="1017"/>
                  </a:lnTo>
                  <a:lnTo>
                    <a:pt x="1467" y="1226"/>
                  </a:lnTo>
                  <a:lnTo>
                    <a:pt x="1471" y="1206"/>
                  </a:lnTo>
                  <a:lnTo>
                    <a:pt x="1479" y="1021"/>
                  </a:lnTo>
                  <a:lnTo>
                    <a:pt x="1483" y="1260"/>
                  </a:lnTo>
                  <a:lnTo>
                    <a:pt x="1487" y="561"/>
                  </a:lnTo>
                  <a:lnTo>
                    <a:pt x="1491" y="1428"/>
                  </a:lnTo>
                  <a:lnTo>
                    <a:pt x="1495" y="849"/>
                  </a:lnTo>
                  <a:lnTo>
                    <a:pt x="1499" y="1485"/>
                  </a:lnTo>
                  <a:lnTo>
                    <a:pt x="1503" y="1278"/>
                  </a:lnTo>
                  <a:lnTo>
                    <a:pt x="1507" y="1456"/>
                  </a:lnTo>
                  <a:lnTo>
                    <a:pt x="1511" y="1450"/>
                  </a:lnTo>
                  <a:lnTo>
                    <a:pt x="1516" y="619"/>
                  </a:lnTo>
                  <a:lnTo>
                    <a:pt x="1520" y="901"/>
                  </a:lnTo>
                  <a:lnTo>
                    <a:pt x="1524" y="777"/>
                  </a:lnTo>
                  <a:lnTo>
                    <a:pt x="1528" y="790"/>
                  </a:lnTo>
                  <a:lnTo>
                    <a:pt x="1532" y="928"/>
                  </a:lnTo>
                  <a:lnTo>
                    <a:pt x="1536" y="570"/>
                  </a:lnTo>
                  <a:lnTo>
                    <a:pt x="1540" y="728"/>
                  </a:lnTo>
                  <a:lnTo>
                    <a:pt x="1544" y="728"/>
                  </a:lnTo>
                  <a:lnTo>
                    <a:pt x="1548" y="1285"/>
                  </a:lnTo>
                  <a:lnTo>
                    <a:pt x="1552" y="465"/>
                  </a:lnTo>
                  <a:lnTo>
                    <a:pt x="1556" y="1328"/>
                  </a:lnTo>
                  <a:lnTo>
                    <a:pt x="1564" y="687"/>
                  </a:lnTo>
                  <a:lnTo>
                    <a:pt x="1568" y="787"/>
                  </a:lnTo>
                  <a:lnTo>
                    <a:pt x="1572" y="957"/>
                  </a:lnTo>
                  <a:lnTo>
                    <a:pt x="1576" y="355"/>
                  </a:lnTo>
                  <a:lnTo>
                    <a:pt x="1580" y="829"/>
                  </a:lnTo>
                  <a:lnTo>
                    <a:pt x="1589" y="1177"/>
                  </a:lnTo>
                  <a:lnTo>
                    <a:pt x="1593" y="906"/>
                  </a:lnTo>
                  <a:lnTo>
                    <a:pt x="1597" y="861"/>
                  </a:lnTo>
                  <a:lnTo>
                    <a:pt x="1601" y="900"/>
                  </a:lnTo>
                  <a:lnTo>
                    <a:pt x="1605" y="440"/>
                  </a:lnTo>
                  <a:lnTo>
                    <a:pt x="1609" y="484"/>
                  </a:lnTo>
                  <a:lnTo>
                    <a:pt x="1613" y="380"/>
                  </a:lnTo>
                  <a:lnTo>
                    <a:pt x="1617" y="376"/>
                  </a:lnTo>
                  <a:lnTo>
                    <a:pt x="1621" y="460"/>
                  </a:lnTo>
                  <a:lnTo>
                    <a:pt x="1625" y="445"/>
                  </a:lnTo>
                  <a:lnTo>
                    <a:pt x="1629" y="520"/>
                  </a:lnTo>
                  <a:lnTo>
                    <a:pt x="1633" y="1046"/>
                  </a:lnTo>
                  <a:lnTo>
                    <a:pt x="1637" y="1258"/>
                  </a:lnTo>
                  <a:lnTo>
                    <a:pt x="1641" y="900"/>
                  </a:lnTo>
                  <a:lnTo>
                    <a:pt x="1645" y="989"/>
                  </a:lnTo>
                  <a:lnTo>
                    <a:pt x="1649" y="1393"/>
                  </a:lnTo>
                  <a:lnTo>
                    <a:pt x="1653" y="619"/>
                  </a:lnTo>
                  <a:lnTo>
                    <a:pt x="1657" y="893"/>
                  </a:lnTo>
                  <a:lnTo>
                    <a:pt x="1666" y="857"/>
                  </a:lnTo>
                  <a:lnTo>
                    <a:pt x="1670" y="756"/>
                  </a:lnTo>
                  <a:lnTo>
                    <a:pt x="1674" y="866"/>
                  </a:lnTo>
                  <a:lnTo>
                    <a:pt x="1678" y="412"/>
                  </a:lnTo>
                  <a:lnTo>
                    <a:pt x="1682" y="801"/>
                  </a:lnTo>
                  <a:lnTo>
                    <a:pt x="1686" y="857"/>
                  </a:lnTo>
                  <a:lnTo>
                    <a:pt x="1690" y="997"/>
                  </a:lnTo>
                  <a:lnTo>
                    <a:pt x="1698" y="755"/>
                  </a:lnTo>
                  <a:lnTo>
                    <a:pt x="1702" y="720"/>
                  </a:lnTo>
                  <a:lnTo>
                    <a:pt x="1706" y="505"/>
                  </a:lnTo>
                  <a:lnTo>
                    <a:pt x="1714" y="1294"/>
                  </a:lnTo>
                  <a:lnTo>
                    <a:pt x="1718" y="1163"/>
                  </a:lnTo>
                  <a:lnTo>
                    <a:pt x="1722" y="831"/>
                  </a:lnTo>
                  <a:lnTo>
                    <a:pt x="1726" y="1438"/>
                  </a:lnTo>
                  <a:lnTo>
                    <a:pt x="1730" y="541"/>
                  </a:lnTo>
                  <a:lnTo>
                    <a:pt x="1734" y="580"/>
                  </a:lnTo>
                  <a:lnTo>
                    <a:pt x="1739" y="1145"/>
                  </a:lnTo>
                  <a:lnTo>
                    <a:pt x="1743" y="1160"/>
                  </a:lnTo>
                  <a:lnTo>
                    <a:pt x="1747" y="1361"/>
                  </a:lnTo>
                  <a:lnTo>
                    <a:pt x="1751" y="1301"/>
                  </a:lnTo>
                  <a:lnTo>
                    <a:pt x="1755" y="1338"/>
                  </a:lnTo>
                  <a:lnTo>
                    <a:pt x="1763" y="1457"/>
                  </a:lnTo>
                  <a:lnTo>
                    <a:pt x="1775" y="1281"/>
                  </a:lnTo>
                  <a:lnTo>
                    <a:pt x="1779" y="621"/>
                  </a:lnTo>
                  <a:lnTo>
                    <a:pt x="1783" y="594"/>
                  </a:lnTo>
                  <a:lnTo>
                    <a:pt x="1787" y="460"/>
                  </a:lnTo>
                  <a:lnTo>
                    <a:pt x="1791" y="1276"/>
                  </a:lnTo>
                  <a:lnTo>
                    <a:pt x="1795" y="1203"/>
                  </a:lnTo>
                  <a:lnTo>
                    <a:pt x="1799" y="1013"/>
                  </a:lnTo>
                  <a:lnTo>
                    <a:pt x="1803" y="1029"/>
                  </a:lnTo>
                  <a:lnTo>
                    <a:pt x="1807" y="595"/>
                  </a:lnTo>
                  <a:lnTo>
                    <a:pt x="1812" y="1294"/>
                  </a:lnTo>
                  <a:lnTo>
                    <a:pt x="1816" y="1189"/>
                  </a:lnTo>
                  <a:lnTo>
                    <a:pt x="1820" y="1440"/>
                  </a:lnTo>
                  <a:lnTo>
                    <a:pt x="1824" y="1493"/>
                  </a:lnTo>
                  <a:lnTo>
                    <a:pt x="1828" y="1377"/>
                  </a:lnTo>
                  <a:lnTo>
                    <a:pt x="1832" y="1409"/>
                  </a:lnTo>
                  <a:lnTo>
                    <a:pt x="1836" y="1298"/>
                  </a:lnTo>
                  <a:lnTo>
                    <a:pt x="1840" y="1273"/>
                  </a:lnTo>
                  <a:lnTo>
                    <a:pt x="1844" y="1061"/>
                  </a:lnTo>
                  <a:lnTo>
                    <a:pt x="1848" y="1046"/>
                  </a:lnTo>
                  <a:lnTo>
                    <a:pt x="1856" y="1261"/>
                  </a:lnTo>
                  <a:lnTo>
                    <a:pt x="1860" y="1480"/>
                  </a:lnTo>
                  <a:lnTo>
                    <a:pt x="1864" y="934"/>
                  </a:lnTo>
                  <a:lnTo>
                    <a:pt x="1868" y="944"/>
                  </a:lnTo>
                  <a:lnTo>
                    <a:pt x="1872" y="1123"/>
                  </a:lnTo>
                  <a:lnTo>
                    <a:pt x="1876" y="786"/>
                  </a:lnTo>
                  <a:lnTo>
                    <a:pt x="1880" y="966"/>
                  </a:lnTo>
                  <a:lnTo>
                    <a:pt x="1885" y="758"/>
                  </a:lnTo>
                  <a:lnTo>
                    <a:pt x="1889" y="941"/>
                  </a:lnTo>
                  <a:lnTo>
                    <a:pt x="1893" y="1430"/>
                  </a:lnTo>
                  <a:lnTo>
                    <a:pt x="1897" y="882"/>
                  </a:lnTo>
                  <a:lnTo>
                    <a:pt x="1901" y="1027"/>
                  </a:lnTo>
                  <a:lnTo>
                    <a:pt x="1905" y="926"/>
                  </a:lnTo>
                  <a:lnTo>
                    <a:pt x="1909" y="1298"/>
                  </a:lnTo>
                  <a:lnTo>
                    <a:pt x="1913" y="1065"/>
                  </a:lnTo>
                  <a:lnTo>
                    <a:pt x="1921" y="1146"/>
                  </a:lnTo>
                  <a:lnTo>
                    <a:pt x="1925" y="935"/>
                  </a:lnTo>
                  <a:lnTo>
                    <a:pt x="1929" y="908"/>
                  </a:lnTo>
                  <a:lnTo>
                    <a:pt x="1933" y="930"/>
                  </a:lnTo>
                  <a:lnTo>
                    <a:pt x="1937" y="1304"/>
                  </a:lnTo>
                  <a:lnTo>
                    <a:pt x="1941" y="1087"/>
                  </a:lnTo>
                  <a:lnTo>
                    <a:pt x="1945" y="995"/>
                  </a:lnTo>
                  <a:lnTo>
                    <a:pt x="1949" y="1260"/>
                  </a:lnTo>
                  <a:lnTo>
                    <a:pt x="1953" y="1079"/>
                  </a:lnTo>
                  <a:lnTo>
                    <a:pt x="1958" y="1336"/>
                  </a:lnTo>
                  <a:lnTo>
                    <a:pt x="1962" y="1249"/>
                  </a:lnTo>
                  <a:lnTo>
                    <a:pt x="1966" y="1041"/>
                  </a:lnTo>
                  <a:lnTo>
                    <a:pt x="1974" y="1260"/>
                  </a:lnTo>
                  <a:lnTo>
                    <a:pt x="1978" y="1075"/>
                  </a:lnTo>
                  <a:lnTo>
                    <a:pt x="1982" y="1303"/>
                  </a:lnTo>
                  <a:lnTo>
                    <a:pt x="1986" y="1295"/>
                  </a:lnTo>
                  <a:lnTo>
                    <a:pt x="1990" y="1028"/>
                  </a:lnTo>
                  <a:lnTo>
                    <a:pt x="1994" y="952"/>
                  </a:lnTo>
                  <a:lnTo>
                    <a:pt x="1998" y="1057"/>
                  </a:lnTo>
                  <a:lnTo>
                    <a:pt x="2002" y="1267"/>
                  </a:lnTo>
                  <a:lnTo>
                    <a:pt x="2006" y="1718"/>
                  </a:lnTo>
                  <a:lnTo>
                    <a:pt x="2010" y="826"/>
                  </a:lnTo>
                  <a:lnTo>
                    <a:pt x="2014" y="1428"/>
                  </a:lnTo>
                  <a:lnTo>
                    <a:pt x="2018" y="885"/>
                  </a:lnTo>
                  <a:lnTo>
                    <a:pt x="2022" y="1532"/>
                  </a:lnTo>
                  <a:lnTo>
                    <a:pt x="2026" y="987"/>
                  </a:lnTo>
                  <a:lnTo>
                    <a:pt x="2031" y="1403"/>
                  </a:lnTo>
                  <a:lnTo>
                    <a:pt x="2035" y="833"/>
                  </a:lnTo>
                  <a:lnTo>
                    <a:pt x="2039" y="862"/>
                  </a:lnTo>
                  <a:lnTo>
                    <a:pt x="2043" y="702"/>
                  </a:lnTo>
                  <a:lnTo>
                    <a:pt x="2051" y="949"/>
                  </a:lnTo>
                  <a:lnTo>
                    <a:pt x="2055" y="908"/>
                  </a:lnTo>
                  <a:lnTo>
                    <a:pt x="2059" y="1074"/>
                  </a:lnTo>
                  <a:lnTo>
                    <a:pt x="2063" y="841"/>
                  </a:lnTo>
                  <a:lnTo>
                    <a:pt x="2067" y="858"/>
                  </a:lnTo>
                  <a:lnTo>
                    <a:pt x="2071" y="984"/>
                  </a:lnTo>
                  <a:lnTo>
                    <a:pt x="2075" y="1591"/>
                  </a:lnTo>
                  <a:lnTo>
                    <a:pt x="2079" y="990"/>
                  </a:lnTo>
                  <a:lnTo>
                    <a:pt x="2087" y="855"/>
                  </a:lnTo>
                  <a:lnTo>
                    <a:pt x="2091" y="954"/>
                  </a:lnTo>
                  <a:lnTo>
                    <a:pt x="2095" y="726"/>
                  </a:lnTo>
                  <a:lnTo>
                    <a:pt x="2099" y="812"/>
                  </a:lnTo>
                  <a:lnTo>
                    <a:pt x="2104" y="847"/>
                  </a:lnTo>
                  <a:lnTo>
                    <a:pt x="2108" y="1407"/>
                  </a:lnTo>
                  <a:lnTo>
                    <a:pt x="2116" y="628"/>
                  </a:lnTo>
                  <a:lnTo>
                    <a:pt x="2120" y="937"/>
                  </a:lnTo>
                  <a:lnTo>
                    <a:pt x="2124" y="921"/>
                  </a:lnTo>
                  <a:lnTo>
                    <a:pt x="2128" y="1196"/>
                  </a:lnTo>
                  <a:lnTo>
                    <a:pt x="2132" y="954"/>
                  </a:lnTo>
                  <a:lnTo>
                    <a:pt x="2136" y="954"/>
                  </a:lnTo>
                  <a:lnTo>
                    <a:pt x="2140" y="1101"/>
                  </a:lnTo>
                  <a:lnTo>
                    <a:pt x="2144" y="885"/>
                  </a:lnTo>
                  <a:lnTo>
                    <a:pt x="2148" y="1520"/>
                  </a:lnTo>
                  <a:lnTo>
                    <a:pt x="2152" y="1460"/>
                  </a:lnTo>
                  <a:lnTo>
                    <a:pt x="2160" y="679"/>
                  </a:lnTo>
                  <a:lnTo>
                    <a:pt x="2164" y="1270"/>
                  </a:lnTo>
                  <a:lnTo>
                    <a:pt x="2168" y="1057"/>
                  </a:lnTo>
                  <a:lnTo>
                    <a:pt x="2177" y="1354"/>
                  </a:lnTo>
                  <a:lnTo>
                    <a:pt x="2181" y="672"/>
                  </a:lnTo>
                  <a:lnTo>
                    <a:pt x="2185" y="619"/>
                  </a:lnTo>
                  <a:lnTo>
                    <a:pt x="2189" y="737"/>
                  </a:lnTo>
                  <a:lnTo>
                    <a:pt x="2193" y="1010"/>
                  </a:lnTo>
                  <a:lnTo>
                    <a:pt x="2197" y="823"/>
                  </a:lnTo>
                  <a:lnTo>
                    <a:pt x="2201" y="1020"/>
                  </a:lnTo>
                  <a:lnTo>
                    <a:pt x="2205" y="855"/>
                  </a:lnTo>
                  <a:lnTo>
                    <a:pt x="2209" y="928"/>
                  </a:lnTo>
                  <a:lnTo>
                    <a:pt x="2217" y="1468"/>
                  </a:lnTo>
                  <a:lnTo>
                    <a:pt x="2225" y="995"/>
                  </a:lnTo>
                  <a:lnTo>
                    <a:pt x="2229" y="1362"/>
                  </a:lnTo>
                  <a:lnTo>
                    <a:pt x="2237" y="1170"/>
                  </a:lnTo>
                  <a:lnTo>
                    <a:pt x="2245" y="785"/>
                  </a:lnTo>
                  <a:lnTo>
                    <a:pt x="2250" y="954"/>
                  </a:lnTo>
                  <a:lnTo>
                    <a:pt x="2254" y="1345"/>
                  </a:lnTo>
                  <a:lnTo>
                    <a:pt x="2258" y="818"/>
                  </a:lnTo>
                  <a:lnTo>
                    <a:pt x="2262" y="602"/>
                  </a:lnTo>
                  <a:lnTo>
                    <a:pt x="2266" y="769"/>
                  </a:lnTo>
                  <a:lnTo>
                    <a:pt x="2270" y="1031"/>
                  </a:lnTo>
                  <a:lnTo>
                    <a:pt x="2274" y="855"/>
                  </a:lnTo>
                  <a:lnTo>
                    <a:pt x="2278" y="971"/>
                  </a:lnTo>
                  <a:lnTo>
                    <a:pt x="2282" y="1644"/>
                  </a:lnTo>
                  <a:lnTo>
                    <a:pt x="2290" y="1422"/>
                  </a:lnTo>
                  <a:lnTo>
                    <a:pt x="2298" y="468"/>
                  </a:lnTo>
                  <a:lnTo>
                    <a:pt x="2302" y="718"/>
                  </a:lnTo>
                  <a:lnTo>
                    <a:pt x="2306" y="731"/>
                  </a:lnTo>
                  <a:lnTo>
                    <a:pt x="2310" y="977"/>
                  </a:lnTo>
                  <a:lnTo>
                    <a:pt x="2314" y="1591"/>
                  </a:lnTo>
                  <a:lnTo>
                    <a:pt x="2318" y="1312"/>
                  </a:lnTo>
                  <a:lnTo>
                    <a:pt x="2323" y="744"/>
                  </a:lnTo>
                  <a:lnTo>
                    <a:pt x="2327" y="665"/>
                  </a:lnTo>
                  <a:lnTo>
                    <a:pt x="2331" y="1285"/>
                  </a:lnTo>
                  <a:lnTo>
                    <a:pt x="2335" y="1467"/>
                  </a:lnTo>
                  <a:lnTo>
                    <a:pt x="2339" y="1442"/>
                  </a:lnTo>
                  <a:lnTo>
                    <a:pt x="2343" y="1438"/>
                  </a:lnTo>
                  <a:lnTo>
                    <a:pt x="2347" y="562"/>
                  </a:lnTo>
                  <a:lnTo>
                    <a:pt x="2351" y="1342"/>
                  </a:lnTo>
                  <a:lnTo>
                    <a:pt x="2355" y="1354"/>
                  </a:lnTo>
                  <a:lnTo>
                    <a:pt x="2359" y="1277"/>
                  </a:lnTo>
                  <a:lnTo>
                    <a:pt x="2363" y="1253"/>
                  </a:lnTo>
                  <a:lnTo>
                    <a:pt x="2367" y="1301"/>
                  </a:lnTo>
                  <a:lnTo>
                    <a:pt x="2371" y="1294"/>
                  </a:lnTo>
                  <a:lnTo>
                    <a:pt x="2375" y="1171"/>
                  </a:lnTo>
                  <a:lnTo>
                    <a:pt x="2379" y="1349"/>
                  </a:lnTo>
                  <a:lnTo>
                    <a:pt x="2383" y="1094"/>
                  </a:lnTo>
                  <a:lnTo>
                    <a:pt x="2387" y="584"/>
                  </a:lnTo>
                  <a:lnTo>
                    <a:pt x="2391" y="690"/>
                  </a:lnTo>
                  <a:lnTo>
                    <a:pt x="2395" y="735"/>
                  </a:lnTo>
                  <a:lnTo>
                    <a:pt x="2400" y="724"/>
                  </a:lnTo>
                  <a:lnTo>
                    <a:pt x="2404" y="748"/>
                  </a:lnTo>
                  <a:lnTo>
                    <a:pt x="2412" y="952"/>
                  </a:lnTo>
                  <a:lnTo>
                    <a:pt x="2416" y="903"/>
                  </a:lnTo>
                  <a:lnTo>
                    <a:pt x="2420" y="729"/>
                  </a:lnTo>
                  <a:lnTo>
                    <a:pt x="2424" y="871"/>
                  </a:lnTo>
                  <a:lnTo>
                    <a:pt x="2428" y="1480"/>
                  </a:lnTo>
                  <a:lnTo>
                    <a:pt x="2432" y="919"/>
                  </a:lnTo>
                  <a:lnTo>
                    <a:pt x="2440" y="1574"/>
                  </a:lnTo>
                  <a:lnTo>
                    <a:pt x="2448" y="1238"/>
                  </a:lnTo>
                  <a:lnTo>
                    <a:pt x="2452" y="623"/>
                  </a:lnTo>
                  <a:lnTo>
                    <a:pt x="2456" y="1353"/>
                  </a:lnTo>
                  <a:lnTo>
                    <a:pt x="2460" y="589"/>
                  </a:lnTo>
                  <a:lnTo>
                    <a:pt x="2464" y="632"/>
                  </a:lnTo>
                  <a:lnTo>
                    <a:pt x="2468" y="701"/>
                  </a:lnTo>
                  <a:lnTo>
                    <a:pt x="2473" y="483"/>
                  </a:lnTo>
                  <a:lnTo>
                    <a:pt x="2477" y="1486"/>
                  </a:lnTo>
                  <a:lnTo>
                    <a:pt x="2481" y="586"/>
                  </a:lnTo>
                  <a:lnTo>
                    <a:pt x="2485" y="1399"/>
                  </a:lnTo>
                  <a:lnTo>
                    <a:pt x="2489" y="824"/>
                  </a:lnTo>
                  <a:lnTo>
                    <a:pt x="2493" y="773"/>
                  </a:lnTo>
                  <a:lnTo>
                    <a:pt x="2497" y="922"/>
                  </a:lnTo>
                  <a:lnTo>
                    <a:pt x="2501" y="647"/>
                  </a:lnTo>
                  <a:lnTo>
                    <a:pt x="2505" y="797"/>
                  </a:lnTo>
                  <a:lnTo>
                    <a:pt x="2509" y="769"/>
                  </a:lnTo>
                  <a:lnTo>
                    <a:pt x="2513" y="642"/>
                  </a:lnTo>
                  <a:lnTo>
                    <a:pt x="2517" y="1305"/>
                  </a:lnTo>
                  <a:lnTo>
                    <a:pt x="2521" y="794"/>
                  </a:lnTo>
                  <a:lnTo>
                    <a:pt x="2525" y="584"/>
                  </a:lnTo>
                  <a:lnTo>
                    <a:pt x="2529" y="643"/>
                  </a:lnTo>
                  <a:lnTo>
                    <a:pt x="2541" y="1034"/>
                  </a:lnTo>
                  <a:lnTo>
                    <a:pt x="2546" y="790"/>
                  </a:lnTo>
                  <a:lnTo>
                    <a:pt x="2550" y="802"/>
                  </a:lnTo>
                  <a:lnTo>
                    <a:pt x="2558" y="871"/>
                  </a:lnTo>
                  <a:lnTo>
                    <a:pt x="2562" y="816"/>
                  </a:lnTo>
                  <a:lnTo>
                    <a:pt x="2566" y="824"/>
                  </a:lnTo>
                  <a:lnTo>
                    <a:pt x="2570" y="1020"/>
                  </a:lnTo>
                  <a:lnTo>
                    <a:pt x="2574" y="742"/>
                  </a:lnTo>
                  <a:lnTo>
                    <a:pt x="2582" y="1100"/>
                  </a:lnTo>
                  <a:lnTo>
                    <a:pt x="2590" y="724"/>
                  </a:lnTo>
                  <a:lnTo>
                    <a:pt x="2594" y="793"/>
                  </a:lnTo>
                  <a:lnTo>
                    <a:pt x="2598" y="676"/>
                  </a:lnTo>
                  <a:lnTo>
                    <a:pt x="2602" y="787"/>
                  </a:lnTo>
                  <a:lnTo>
                    <a:pt x="2606" y="1167"/>
                  </a:lnTo>
                  <a:lnTo>
                    <a:pt x="2614" y="546"/>
                  </a:lnTo>
                  <a:lnTo>
                    <a:pt x="2619" y="581"/>
                  </a:lnTo>
                  <a:lnTo>
                    <a:pt x="2623" y="1401"/>
                  </a:lnTo>
                  <a:lnTo>
                    <a:pt x="2627" y="654"/>
                  </a:lnTo>
                  <a:lnTo>
                    <a:pt x="2631" y="449"/>
                  </a:lnTo>
                  <a:lnTo>
                    <a:pt x="2635" y="728"/>
                  </a:lnTo>
                  <a:lnTo>
                    <a:pt x="2639" y="781"/>
                  </a:lnTo>
                  <a:lnTo>
                    <a:pt x="2643" y="578"/>
                  </a:lnTo>
                  <a:lnTo>
                    <a:pt x="2647" y="747"/>
                  </a:lnTo>
                  <a:lnTo>
                    <a:pt x="2651" y="206"/>
                  </a:lnTo>
                  <a:lnTo>
                    <a:pt x="2655" y="352"/>
                  </a:lnTo>
                  <a:lnTo>
                    <a:pt x="2659" y="1082"/>
                  </a:lnTo>
                  <a:lnTo>
                    <a:pt x="2663" y="515"/>
                  </a:lnTo>
                  <a:lnTo>
                    <a:pt x="2675" y="1694"/>
                  </a:lnTo>
                  <a:lnTo>
                    <a:pt x="2679" y="926"/>
                  </a:lnTo>
                  <a:lnTo>
                    <a:pt x="2683" y="1147"/>
                  </a:lnTo>
                  <a:lnTo>
                    <a:pt x="2687" y="775"/>
                  </a:lnTo>
                  <a:lnTo>
                    <a:pt x="2692" y="1477"/>
                  </a:lnTo>
                  <a:lnTo>
                    <a:pt x="2696" y="851"/>
                  </a:lnTo>
                  <a:lnTo>
                    <a:pt x="2700" y="1363"/>
                  </a:lnTo>
                  <a:lnTo>
                    <a:pt x="2704" y="1408"/>
                  </a:lnTo>
                  <a:lnTo>
                    <a:pt x="2708" y="1196"/>
                  </a:lnTo>
                  <a:lnTo>
                    <a:pt x="2712" y="1353"/>
                  </a:lnTo>
                  <a:lnTo>
                    <a:pt x="2716" y="1190"/>
                  </a:lnTo>
                  <a:lnTo>
                    <a:pt x="2720" y="570"/>
                  </a:lnTo>
                  <a:lnTo>
                    <a:pt x="2724" y="1032"/>
                  </a:lnTo>
                  <a:lnTo>
                    <a:pt x="2732" y="1067"/>
                  </a:lnTo>
                  <a:lnTo>
                    <a:pt x="2736" y="645"/>
                  </a:lnTo>
                  <a:lnTo>
                    <a:pt x="2740" y="1171"/>
                  </a:lnTo>
                  <a:lnTo>
                    <a:pt x="2744" y="937"/>
                  </a:lnTo>
                  <a:lnTo>
                    <a:pt x="2752" y="1539"/>
                  </a:lnTo>
                  <a:lnTo>
                    <a:pt x="2756" y="671"/>
                  </a:lnTo>
                  <a:lnTo>
                    <a:pt x="2760" y="858"/>
                  </a:lnTo>
                  <a:lnTo>
                    <a:pt x="2765" y="834"/>
                  </a:lnTo>
                  <a:lnTo>
                    <a:pt x="2773" y="715"/>
                  </a:lnTo>
                  <a:lnTo>
                    <a:pt x="2777" y="833"/>
                  </a:lnTo>
                  <a:lnTo>
                    <a:pt x="2781" y="485"/>
                  </a:lnTo>
                  <a:lnTo>
                    <a:pt x="2785" y="371"/>
                  </a:lnTo>
                  <a:lnTo>
                    <a:pt x="2789" y="487"/>
                  </a:lnTo>
                  <a:lnTo>
                    <a:pt x="2793" y="1048"/>
                  </a:lnTo>
                  <a:lnTo>
                    <a:pt x="2797" y="1062"/>
                  </a:lnTo>
                  <a:lnTo>
                    <a:pt x="2801" y="786"/>
                  </a:lnTo>
                  <a:lnTo>
                    <a:pt x="2805" y="745"/>
                  </a:lnTo>
                  <a:lnTo>
                    <a:pt x="2809" y="852"/>
                  </a:lnTo>
                  <a:lnTo>
                    <a:pt x="2813" y="1027"/>
                  </a:lnTo>
                  <a:lnTo>
                    <a:pt x="2817" y="737"/>
                  </a:lnTo>
                  <a:lnTo>
                    <a:pt x="2821" y="755"/>
                  </a:lnTo>
                  <a:lnTo>
                    <a:pt x="2825" y="539"/>
                  </a:lnTo>
                  <a:lnTo>
                    <a:pt x="2829" y="1318"/>
                  </a:lnTo>
                  <a:lnTo>
                    <a:pt x="2833" y="1298"/>
                  </a:lnTo>
                  <a:lnTo>
                    <a:pt x="2838" y="1367"/>
                  </a:lnTo>
                  <a:lnTo>
                    <a:pt x="2842" y="1345"/>
                  </a:lnTo>
                  <a:lnTo>
                    <a:pt x="2846" y="1162"/>
                  </a:lnTo>
                  <a:lnTo>
                    <a:pt x="2850" y="473"/>
                  </a:lnTo>
                  <a:lnTo>
                    <a:pt x="2854" y="1124"/>
                  </a:lnTo>
                  <a:lnTo>
                    <a:pt x="2858" y="1110"/>
                  </a:lnTo>
                  <a:lnTo>
                    <a:pt x="2862" y="995"/>
                  </a:lnTo>
                  <a:lnTo>
                    <a:pt x="2866" y="561"/>
                  </a:lnTo>
                  <a:lnTo>
                    <a:pt x="2870" y="1300"/>
                  </a:lnTo>
                  <a:lnTo>
                    <a:pt x="2874" y="1071"/>
                  </a:lnTo>
                  <a:lnTo>
                    <a:pt x="2878" y="656"/>
                  </a:lnTo>
                  <a:lnTo>
                    <a:pt x="2882" y="1363"/>
                  </a:lnTo>
                  <a:lnTo>
                    <a:pt x="2886" y="1251"/>
                  </a:lnTo>
                  <a:lnTo>
                    <a:pt x="2890" y="1259"/>
                  </a:lnTo>
                  <a:lnTo>
                    <a:pt x="2894" y="1228"/>
                  </a:lnTo>
                  <a:lnTo>
                    <a:pt x="2898" y="1251"/>
                  </a:lnTo>
                  <a:lnTo>
                    <a:pt x="2902" y="1299"/>
                  </a:lnTo>
                  <a:lnTo>
                    <a:pt x="2906" y="716"/>
                  </a:lnTo>
                  <a:lnTo>
                    <a:pt x="2911" y="1279"/>
                  </a:lnTo>
                  <a:lnTo>
                    <a:pt x="2915" y="727"/>
                  </a:lnTo>
                  <a:lnTo>
                    <a:pt x="2919" y="829"/>
                  </a:lnTo>
                  <a:lnTo>
                    <a:pt x="2923" y="1640"/>
                  </a:lnTo>
                  <a:lnTo>
                    <a:pt x="2927" y="1660"/>
                  </a:lnTo>
                  <a:lnTo>
                    <a:pt x="2931" y="1337"/>
                  </a:lnTo>
                  <a:lnTo>
                    <a:pt x="2939" y="1112"/>
                  </a:lnTo>
                  <a:lnTo>
                    <a:pt x="2943" y="1426"/>
                  </a:lnTo>
                  <a:lnTo>
                    <a:pt x="2947" y="900"/>
                  </a:lnTo>
                  <a:lnTo>
                    <a:pt x="2959" y="1135"/>
                  </a:lnTo>
                  <a:lnTo>
                    <a:pt x="2963" y="1151"/>
                  </a:lnTo>
                  <a:lnTo>
                    <a:pt x="2967" y="515"/>
                  </a:lnTo>
                  <a:lnTo>
                    <a:pt x="2971" y="590"/>
                  </a:lnTo>
                  <a:lnTo>
                    <a:pt x="2975" y="604"/>
                  </a:lnTo>
                  <a:lnTo>
                    <a:pt x="2979" y="679"/>
                  </a:lnTo>
                  <a:lnTo>
                    <a:pt x="2984" y="1399"/>
                  </a:lnTo>
                  <a:lnTo>
                    <a:pt x="2988" y="641"/>
                  </a:lnTo>
                  <a:lnTo>
                    <a:pt x="2992" y="1300"/>
                  </a:lnTo>
                  <a:lnTo>
                    <a:pt x="2996" y="1238"/>
                  </a:lnTo>
                  <a:lnTo>
                    <a:pt x="3000" y="1058"/>
                  </a:lnTo>
                  <a:lnTo>
                    <a:pt x="3004" y="1540"/>
                  </a:lnTo>
                  <a:lnTo>
                    <a:pt x="3008" y="727"/>
                  </a:lnTo>
                  <a:lnTo>
                    <a:pt x="3012" y="663"/>
                  </a:lnTo>
                  <a:lnTo>
                    <a:pt x="3024" y="1041"/>
                  </a:lnTo>
                  <a:lnTo>
                    <a:pt x="3028" y="1342"/>
                  </a:lnTo>
                  <a:lnTo>
                    <a:pt x="3032" y="1135"/>
                  </a:lnTo>
                  <a:lnTo>
                    <a:pt x="3036" y="1243"/>
                  </a:lnTo>
                  <a:lnTo>
                    <a:pt x="3040" y="1233"/>
                  </a:lnTo>
                  <a:lnTo>
                    <a:pt x="3044" y="1178"/>
                  </a:lnTo>
                  <a:lnTo>
                    <a:pt x="3048" y="1385"/>
                  </a:lnTo>
                  <a:lnTo>
                    <a:pt x="3052" y="1353"/>
                  </a:lnTo>
                  <a:lnTo>
                    <a:pt x="3057" y="848"/>
                  </a:lnTo>
                  <a:lnTo>
                    <a:pt x="3061" y="1549"/>
                  </a:lnTo>
                  <a:lnTo>
                    <a:pt x="3069" y="1404"/>
                  </a:lnTo>
                  <a:lnTo>
                    <a:pt x="3073" y="1416"/>
                  </a:lnTo>
                  <a:lnTo>
                    <a:pt x="3077" y="1095"/>
                  </a:lnTo>
                  <a:lnTo>
                    <a:pt x="3081" y="1107"/>
                  </a:lnTo>
                  <a:lnTo>
                    <a:pt x="3085" y="1108"/>
                  </a:lnTo>
                  <a:lnTo>
                    <a:pt x="3089" y="1018"/>
                  </a:lnTo>
                  <a:lnTo>
                    <a:pt x="3093" y="1202"/>
                  </a:lnTo>
                  <a:lnTo>
                    <a:pt x="3097" y="1228"/>
                  </a:lnTo>
                  <a:lnTo>
                    <a:pt x="3101" y="952"/>
                  </a:lnTo>
                  <a:lnTo>
                    <a:pt x="3105" y="862"/>
                  </a:lnTo>
                  <a:lnTo>
                    <a:pt x="3109" y="1066"/>
                  </a:lnTo>
                  <a:lnTo>
                    <a:pt x="3117" y="855"/>
                  </a:lnTo>
                  <a:lnTo>
                    <a:pt x="3121" y="1123"/>
                  </a:lnTo>
                  <a:lnTo>
                    <a:pt x="3125" y="1076"/>
                  </a:lnTo>
                  <a:lnTo>
                    <a:pt x="3130" y="918"/>
                  </a:lnTo>
                  <a:lnTo>
                    <a:pt x="3134" y="1360"/>
                  </a:lnTo>
                  <a:lnTo>
                    <a:pt x="3138" y="1247"/>
                  </a:lnTo>
                  <a:lnTo>
                    <a:pt x="3142" y="1259"/>
                  </a:lnTo>
                  <a:lnTo>
                    <a:pt x="3146" y="1452"/>
                  </a:lnTo>
                  <a:lnTo>
                    <a:pt x="3150" y="797"/>
                  </a:lnTo>
                  <a:lnTo>
                    <a:pt x="3154" y="744"/>
                  </a:lnTo>
                  <a:lnTo>
                    <a:pt x="3158" y="746"/>
                  </a:lnTo>
                  <a:lnTo>
                    <a:pt x="3162" y="1019"/>
                  </a:lnTo>
                  <a:lnTo>
                    <a:pt x="3166" y="837"/>
                  </a:lnTo>
                  <a:lnTo>
                    <a:pt x="3170" y="380"/>
                  </a:lnTo>
                  <a:lnTo>
                    <a:pt x="3174" y="874"/>
                  </a:lnTo>
                  <a:lnTo>
                    <a:pt x="3178" y="1009"/>
                  </a:lnTo>
                  <a:lnTo>
                    <a:pt x="3182" y="1064"/>
                  </a:lnTo>
                  <a:lnTo>
                    <a:pt x="3190" y="909"/>
                  </a:lnTo>
                  <a:lnTo>
                    <a:pt x="3194" y="909"/>
                  </a:lnTo>
                  <a:lnTo>
                    <a:pt x="3198" y="923"/>
                  </a:lnTo>
                  <a:lnTo>
                    <a:pt x="3202" y="1021"/>
                  </a:lnTo>
                  <a:lnTo>
                    <a:pt x="3207" y="978"/>
                  </a:lnTo>
                  <a:lnTo>
                    <a:pt x="3211" y="1083"/>
                  </a:lnTo>
                  <a:lnTo>
                    <a:pt x="3219" y="1640"/>
                  </a:lnTo>
                  <a:lnTo>
                    <a:pt x="3223" y="1085"/>
                  </a:lnTo>
                  <a:lnTo>
                    <a:pt x="3227" y="1522"/>
                  </a:lnTo>
                  <a:lnTo>
                    <a:pt x="3231" y="1682"/>
                  </a:lnTo>
                  <a:lnTo>
                    <a:pt x="3235" y="1577"/>
                  </a:lnTo>
                  <a:lnTo>
                    <a:pt x="3239" y="747"/>
                  </a:lnTo>
                  <a:lnTo>
                    <a:pt x="3243" y="888"/>
                  </a:lnTo>
                  <a:lnTo>
                    <a:pt x="3247" y="1339"/>
                  </a:lnTo>
                  <a:lnTo>
                    <a:pt x="3251" y="1336"/>
                  </a:lnTo>
                  <a:lnTo>
                    <a:pt x="3255" y="1133"/>
                  </a:lnTo>
                  <a:lnTo>
                    <a:pt x="3259" y="611"/>
                  </a:lnTo>
                  <a:lnTo>
                    <a:pt x="3263" y="1183"/>
                  </a:lnTo>
                  <a:lnTo>
                    <a:pt x="3271" y="1306"/>
                  </a:lnTo>
                  <a:lnTo>
                    <a:pt x="3275" y="574"/>
                  </a:lnTo>
                  <a:lnTo>
                    <a:pt x="3280" y="1239"/>
                  </a:lnTo>
                  <a:lnTo>
                    <a:pt x="3284" y="496"/>
                  </a:lnTo>
                  <a:lnTo>
                    <a:pt x="3288" y="390"/>
                  </a:lnTo>
                  <a:lnTo>
                    <a:pt x="3292" y="596"/>
                  </a:lnTo>
                  <a:lnTo>
                    <a:pt x="3296" y="1178"/>
                  </a:lnTo>
                  <a:lnTo>
                    <a:pt x="3300" y="1078"/>
                  </a:lnTo>
                  <a:lnTo>
                    <a:pt x="3304" y="1055"/>
                  </a:lnTo>
                  <a:lnTo>
                    <a:pt x="3312" y="1214"/>
                  </a:lnTo>
                  <a:lnTo>
                    <a:pt x="3320" y="953"/>
                  </a:lnTo>
                  <a:lnTo>
                    <a:pt x="3324" y="1148"/>
                  </a:lnTo>
                  <a:lnTo>
                    <a:pt x="3328" y="991"/>
                  </a:lnTo>
                  <a:lnTo>
                    <a:pt x="3332" y="514"/>
                  </a:lnTo>
                  <a:lnTo>
                    <a:pt x="3336" y="1307"/>
                  </a:lnTo>
                  <a:lnTo>
                    <a:pt x="3340" y="851"/>
                  </a:lnTo>
                  <a:lnTo>
                    <a:pt x="3344" y="788"/>
                  </a:lnTo>
                  <a:lnTo>
                    <a:pt x="3348" y="1396"/>
                  </a:lnTo>
                  <a:lnTo>
                    <a:pt x="3353" y="856"/>
                  </a:lnTo>
                  <a:lnTo>
                    <a:pt x="3357" y="1719"/>
                  </a:lnTo>
                  <a:lnTo>
                    <a:pt x="3361" y="868"/>
                  </a:lnTo>
                  <a:lnTo>
                    <a:pt x="3365" y="765"/>
                  </a:lnTo>
                  <a:lnTo>
                    <a:pt x="3369" y="778"/>
                  </a:lnTo>
                  <a:lnTo>
                    <a:pt x="3373" y="1257"/>
                  </a:lnTo>
                  <a:lnTo>
                    <a:pt x="3377" y="846"/>
                  </a:lnTo>
                  <a:lnTo>
                    <a:pt x="3381" y="1326"/>
                  </a:lnTo>
                  <a:lnTo>
                    <a:pt x="3385" y="455"/>
                  </a:lnTo>
                  <a:lnTo>
                    <a:pt x="3389" y="1110"/>
                  </a:lnTo>
                  <a:lnTo>
                    <a:pt x="3393" y="1233"/>
                  </a:lnTo>
                  <a:lnTo>
                    <a:pt x="3397" y="490"/>
                  </a:lnTo>
                  <a:lnTo>
                    <a:pt x="3401" y="1308"/>
                  </a:lnTo>
                  <a:lnTo>
                    <a:pt x="3405" y="793"/>
                  </a:lnTo>
                  <a:lnTo>
                    <a:pt x="3409" y="1216"/>
                  </a:lnTo>
                  <a:lnTo>
                    <a:pt x="3413" y="1216"/>
                  </a:lnTo>
                  <a:lnTo>
                    <a:pt x="3417" y="1508"/>
                  </a:lnTo>
                  <a:lnTo>
                    <a:pt x="3421" y="520"/>
                  </a:lnTo>
                  <a:lnTo>
                    <a:pt x="3426" y="1204"/>
                  </a:lnTo>
                  <a:lnTo>
                    <a:pt x="3430" y="619"/>
                  </a:lnTo>
                  <a:lnTo>
                    <a:pt x="3434" y="421"/>
                  </a:lnTo>
                  <a:lnTo>
                    <a:pt x="3438" y="775"/>
                  </a:lnTo>
                  <a:lnTo>
                    <a:pt x="3442" y="735"/>
                  </a:lnTo>
                  <a:lnTo>
                    <a:pt x="3446" y="593"/>
                  </a:lnTo>
                  <a:lnTo>
                    <a:pt x="3450" y="781"/>
                  </a:lnTo>
                  <a:lnTo>
                    <a:pt x="3454" y="1453"/>
                  </a:lnTo>
                  <a:lnTo>
                    <a:pt x="3458" y="659"/>
                  </a:lnTo>
                  <a:lnTo>
                    <a:pt x="3462" y="742"/>
                  </a:lnTo>
                  <a:lnTo>
                    <a:pt x="3466" y="1355"/>
                  </a:lnTo>
                  <a:lnTo>
                    <a:pt x="3470" y="976"/>
                  </a:lnTo>
                  <a:lnTo>
                    <a:pt x="3474" y="1354"/>
                  </a:lnTo>
                  <a:lnTo>
                    <a:pt x="3478" y="885"/>
                  </a:lnTo>
                  <a:lnTo>
                    <a:pt x="3482" y="1609"/>
                  </a:lnTo>
                  <a:lnTo>
                    <a:pt x="3490" y="760"/>
                  </a:lnTo>
                  <a:lnTo>
                    <a:pt x="3494" y="743"/>
                  </a:lnTo>
                  <a:lnTo>
                    <a:pt x="3503" y="424"/>
                  </a:lnTo>
                  <a:lnTo>
                    <a:pt x="3507" y="650"/>
                  </a:lnTo>
                  <a:lnTo>
                    <a:pt x="3511" y="1025"/>
                  </a:lnTo>
                  <a:lnTo>
                    <a:pt x="3515" y="537"/>
                  </a:lnTo>
                  <a:lnTo>
                    <a:pt x="3519" y="363"/>
                  </a:lnTo>
                  <a:lnTo>
                    <a:pt x="3523" y="1150"/>
                  </a:lnTo>
                  <a:lnTo>
                    <a:pt x="3531" y="361"/>
                  </a:lnTo>
                  <a:lnTo>
                    <a:pt x="3535" y="592"/>
                  </a:lnTo>
                  <a:lnTo>
                    <a:pt x="3539" y="491"/>
                  </a:lnTo>
                  <a:lnTo>
                    <a:pt x="3543" y="741"/>
                  </a:lnTo>
                  <a:lnTo>
                    <a:pt x="3547" y="687"/>
                  </a:lnTo>
                  <a:lnTo>
                    <a:pt x="3551" y="667"/>
                  </a:lnTo>
                  <a:lnTo>
                    <a:pt x="3555" y="665"/>
                  </a:lnTo>
                  <a:lnTo>
                    <a:pt x="3559" y="224"/>
                  </a:lnTo>
                  <a:lnTo>
                    <a:pt x="3563" y="517"/>
                  </a:lnTo>
                  <a:lnTo>
                    <a:pt x="3567" y="559"/>
                  </a:lnTo>
                  <a:lnTo>
                    <a:pt x="3572" y="565"/>
                  </a:lnTo>
                  <a:lnTo>
                    <a:pt x="3576" y="470"/>
                  </a:lnTo>
                  <a:lnTo>
                    <a:pt x="3580" y="658"/>
                  </a:lnTo>
                  <a:lnTo>
                    <a:pt x="3584" y="631"/>
                  </a:lnTo>
                  <a:lnTo>
                    <a:pt x="3588" y="629"/>
                  </a:lnTo>
                  <a:lnTo>
                    <a:pt x="3592" y="648"/>
                  </a:lnTo>
                  <a:lnTo>
                    <a:pt x="3596" y="1146"/>
                  </a:lnTo>
                  <a:lnTo>
                    <a:pt x="3600" y="1083"/>
                  </a:lnTo>
                  <a:lnTo>
                    <a:pt x="3604" y="1134"/>
                  </a:lnTo>
                  <a:lnTo>
                    <a:pt x="3608" y="1068"/>
                  </a:lnTo>
                  <a:lnTo>
                    <a:pt x="3612" y="1044"/>
                  </a:lnTo>
                  <a:lnTo>
                    <a:pt x="3616" y="1178"/>
                  </a:lnTo>
                  <a:lnTo>
                    <a:pt x="3620" y="1102"/>
                  </a:lnTo>
                  <a:lnTo>
                    <a:pt x="3624" y="1101"/>
                  </a:lnTo>
                  <a:lnTo>
                    <a:pt x="3628" y="470"/>
                  </a:lnTo>
                  <a:lnTo>
                    <a:pt x="3632" y="417"/>
                  </a:lnTo>
                  <a:lnTo>
                    <a:pt x="3636" y="1045"/>
                  </a:lnTo>
                  <a:lnTo>
                    <a:pt x="3640" y="463"/>
                  </a:lnTo>
                  <a:lnTo>
                    <a:pt x="3645" y="1070"/>
                  </a:lnTo>
                  <a:lnTo>
                    <a:pt x="3649" y="1173"/>
                  </a:lnTo>
                  <a:lnTo>
                    <a:pt x="3653" y="1053"/>
                  </a:lnTo>
                  <a:lnTo>
                    <a:pt x="3657" y="1024"/>
                  </a:lnTo>
                  <a:lnTo>
                    <a:pt x="3661" y="563"/>
                  </a:lnTo>
                  <a:lnTo>
                    <a:pt x="3665" y="1035"/>
                  </a:lnTo>
                  <a:lnTo>
                    <a:pt x="3669" y="617"/>
                  </a:lnTo>
                  <a:lnTo>
                    <a:pt x="3673" y="447"/>
                  </a:lnTo>
                  <a:lnTo>
                    <a:pt x="3677" y="1189"/>
                  </a:lnTo>
                  <a:lnTo>
                    <a:pt x="3681" y="951"/>
                  </a:lnTo>
                  <a:lnTo>
                    <a:pt x="3689" y="1095"/>
                  </a:lnTo>
                  <a:lnTo>
                    <a:pt x="3693" y="1115"/>
                  </a:lnTo>
                  <a:lnTo>
                    <a:pt x="3697" y="1055"/>
                  </a:lnTo>
                  <a:lnTo>
                    <a:pt x="3701" y="828"/>
                  </a:lnTo>
                  <a:lnTo>
                    <a:pt x="3705" y="1001"/>
                  </a:lnTo>
                  <a:lnTo>
                    <a:pt x="3709" y="612"/>
                  </a:lnTo>
                  <a:lnTo>
                    <a:pt x="3713" y="485"/>
                  </a:lnTo>
                  <a:lnTo>
                    <a:pt x="3718" y="945"/>
                  </a:lnTo>
                  <a:lnTo>
                    <a:pt x="3722" y="745"/>
                  </a:lnTo>
                  <a:lnTo>
                    <a:pt x="3726" y="676"/>
                  </a:lnTo>
                  <a:lnTo>
                    <a:pt x="3730" y="1191"/>
                  </a:lnTo>
                  <a:lnTo>
                    <a:pt x="3734" y="952"/>
                  </a:lnTo>
                  <a:lnTo>
                    <a:pt x="3738" y="1332"/>
                  </a:lnTo>
                  <a:lnTo>
                    <a:pt x="3742" y="766"/>
                  </a:lnTo>
                  <a:lnTo>
                    <a:pt x="3746" y="929"/>
                  </a:lnTo>
                  <a:lnTo>
                    <a:pt x="3750" y="505"/>
                  </a:lnTo>
                  <a:lnTo>
                    <a:pt x="3754" y="812"/>
                  </a:lnTo>
                  <a:lnTo>
                    <a:pt x="3758" y="412"/>
                  </a:lnTo>
                  <a:lnTo>
                    <a:pt x="3762" y="563"/>
                  </a:lnTo>
                  <a:lnTo>
                    <a:pt x="3766" y="1147"/>
                  </a:lnTo>
                  <a:lnTo>
                    <a:pt x="3770" y="981"/>
                  </a:lnTo>
                  <a:lnTo>
                    <a:pt x="3778" y="1174"/>
                  </a:lnTo>
                  <a:lnTo>
                    <a:pt x="3782" y="898"/>
                  </a:lnTo>
                  <a:lnTo>
                    <a:pt x="3786" y="1009"/>
                  </a:lnTo>
                  <a:lnTo>
                    <a:pt x="3791" y="864"/>
                  </a:lnTo>
                  <a:lnTo>
                    <a:pt x="3795" y="1074"/>
                  </a:lnTo>
                  <a:lnTo>
                    <a:pt x="3799" y="982"/>
                  </a:lnTo>
                  <a:lnTo>
                    <a:pt x="3803" y="1120"/>
                  </a:lnTo>
                  <a:lnTo>
                    <a:pt x="3807" y="1001"/>
                  </a:lnTo>
                  <a:lnTo>
                    <a:pt x="3811" y="1291"/>
                  </a:lnTo>
                  <a:lnTo>
                    <a:pt x="3815" y="1079"/>
                  </a:lnTo>
                  <a:lnTo>
                    <a:pt x="3819" y="1127"/>
                  </a:lnTo>
                  <a:lnTo>
                    <a:pt x="3823" y="990"/>
                  </a:lnTo>
                  <a:lnTo>
                    <a:pt x="3827" y="990"/>
                  </a:lnTo>
                  <a:lnTo>
                    <a:pt x="3831" y="1001"/>
                  </a:lnTo>
                  <a:lnTo>
                    <a:pt x="3835" y="1058"/>
                  </a:lnTo>
                  <a:lnTo>
                    <a:pt x="3839" y="1077"/>
                  </a:lnTo>
                  <a:lnTo>
                    <a:pt x="3843" y="1008"/>
                  </a:lnTo>
                  <a:lnTo>
                    <a:pt x="3847" y="982"/>
                  </a:lnTo>
                  <a:lnTo>
                    <a:pt x="3851" y="982"/>
                  </a:lnTo>
                  <a:lnTo>
                    <a:pt x="3855" y="1010"/>
                  </a:lnTo>
                  <a:lnTo>
                    <a:pt x="3859" y="914"/>
                  </a:lnTo>
                  <a:lnTo>
                    <a:pt x="3868" y="1058"/>
                  </a:lnTo>
                  <a:lnTo>
                    <a:pt x="3872" y="980"/>
                  </a:lnTo>
                  <a:lnTo>
                    <a:pt x="3876" y="1061"/>
                  </a:lnTo>
                  <a:lnTo>
                    <a:pt x="3880" y="1051"/>
                  </a:lnTo>
                  <a:lnTo>
                    <a:pt x="3884" y="1008"/>
                  </a:lnTo>
                  <a:lnTo>
                    <a:pt x="3888" y="1156"/>
                  </a:lnTo>
                  <a:lnTo>
                    <a:pt x="3892" y="1215"/>
                  </a:lnTo>
                  <a:lnTo>
                    <a:pt x="3896" y="1088"/>
                  </a:lnTo>
                  <a:lnTo>
                    <a:pt x="3900" y="1184"/>
                  </a:lnTo>
                  <a:lnTo>
                    <a:pt x="3904" y="1137"/>
                  </a:lnTo>
                  <a:lnTo>
                    <a:pt x="3908" y="990"/>
                  </a:lnTo>
                  <a:lnTo>
                    <a:pt x="3912" y="1043"/>
                  </a:lnTo>
                  <a:lnTo>
                    <a:pt x="3916" y="880"/>
                  </a:lnTo>
                  <a:lnTo>
                    <a:pt x="3924" y="990"/>
                  </a:lnTo>
                  <a:lnTo>
                    <a:pt x="3928" y="662"/>
                  </a:lnTo>
                  <a:lnTo>
                    <a:pt x="3932" y="1027"/>
                  </a:lnTo>
                  <a:lnTo>
                    <a:pt x="3937" y="884"/>
                  </a:lnTo>
                  <a:lnTo>
                    <a:pt x="3941" y="1034"/>
                  </a:lnTo>
                  <a:lnTo>
                    <a:pt x="3945" y="868"/>
                  </a:lnTo>
                  <a:lnTo>
                    <a:pt x="3953" y="1246"/>
                  </a:lnTo>
                  <a:lnTo>
                    <a:pt x="3957" y="992"/>
                  </a:lnTo>
                  <a:lnTo>
                    <a:pt x="3961" y="992"/>
                  </a:lnTo>
                  <a:lnTo>
                    <a:pt x="3965" y="902"/>
                  </a:lnTo>
                  <a:lnTo>
                    <a:pt x="3969" y="1230"/>
                  </a:lnTo>
                  <a:lnTo>
                    <a:pt x="3973" y="697"/>
                  </a:lnTo>
                  <a:lnTo>
                    <a:pt x="3977" y="1138"/>
                  </a:lnTo>
                  <a:lnTo>
                    <a:pt x="3981" y="1080"/>
                  </a:lnTo>
                  <a:lnTo>
                    <a:pt x="3985" y="947"/>
                  </a:lnTo>
                  <a:lnTo>
                    <a:pt x="3993" y="1068"/>
                  </a:lnTo>
                  <a:lnTo>
                    <a:pt x="3997" y="1052"/>
                  </a:lnTo>
                  <a:lnTo>
                    <a:pt x="4001" y="911"/>
                  </a:lnTo>
                  <a:lnTo>
                    <a:pt x="4005" y="625"/>
                  </a:lnTo>
                  <a:lnTo>
                    <a:pt x="4009" y="896"/>
                  </a:lnTo>
                  <a:lnTo>
                    <a:pt x="4014" y="992"/>
                  </a:lnTo>
                  <a:lnTo>
                    <a:pt x="4018" y="774"/>
                  </a:lnTo>
                  <a:lnTo>
                    <a:pt x="4026" y="1208"/>
                  </a:lnTo>
                  <a:lnTo>
                    <a:pt x="4034" y="617"/>
                  </a:lnTo>
                  <a:lnTo>
                    <a:pt x="4038" y="960"/>
                  </a:lnTo>
                  <a:lnTo>
                    <a:pt x="4042" y="992"/>
                  </a:lnTo>
                  <a:lnTo>
                    <a:pt x="4046" y="1130"/>
                  </a:lnTo>
                  <a:lnTo>
                    <a:pt x="4050" y="1094"/>
                  </a:lnTo>
                  <a:lnTo>
                    <a:pt x="4054" y="1145"/>
                  </a:lnTo>
                  <a:lnTo>
                    <a:pt x="4058" y="1392"/>
                  </a:lnTo>
                  <a:lnTo>
                    <a:pt x="4062" y="1010"/>
                  </a:lnTo>
                  <a:lnTo>
                    <a:pt x="4062" y="1010"/>
                  </a:lnTo>
                </a:path>
              </a:pathLst>
            </a:custGeom>
            <a:noFill/>
            <a:ln w="14604" cap="sq">
              <a:solidFill>
                <a:srgbClr val="0072B2"/>
              </a:solidFill>
              <a:prstDash val="solid"/>
              <a:round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</p:grpSp>
      <p:sp>
        <p:nvSpPr>
          <p:cNvPr id="112" name="path 112"/>
          <p:cNvSpPr/>
          <p:nvPr/>
        </p:nvSpPr>
        <p:spPr>
          <a:xfrm>
            <a:off x="7339752" y="7319317"/>
            <a:ext cx="2368577" cy="1170926"/>
          </a:xfrm>
          <a:custGeom>
            <a:avLst/>
            <a:gdLst/>
            <a:ahLst/>
            <a:cxnLst/>
            <a:rect l="0" t="0" r="0" b="0"/>
            <a:pathLst>
              <a:path w="3730" h="1843">
                <a:moveTo>
                  <a:pt x="38" y="1564"/>
                </a:moveTo>
                <a:cubicBezTo>
                  <a:pt x="46" y="1564"/>
                  <a:pt x="54" y="1561"/>
                  <a:pt x="60" y="1555"/>
                </a:cubicBezTo>
                <a:cubicBezTo>
                  <a:pt x="66" y="1549"/>
                  <a:pt x="69" y="1541"/>
                  <a:pt x="69" y="1533"/>
                </a:cubicBezTo>
                <a:cubicBezTo>
                  <a:pt x="69" y="1524"/>
                  <a:pt x="66" y="1516"/>
                  <a:pt x="60" y="1510"/>
                </a:cubicBezTo>
                <a:cubicBezTo>
                  <a:pt x="54" y="1504"/>
                  <a:pt x="46" y="1501"/>
                  <a:pt x="38" y="1501"/>
                </a:cubicBezTo>
                <a:cubicBezTo>
                  <a:pt x="29" y="1501"/>
                  <a:pt x="21" y="1504"/>
                  <a:pt x="15" y="1510"/>
                </a:cubicBezTo>
                <a:cubicBezTo>
                  <a:pt x="9" y="1516"/>
                  <a:pt x="6" y="1524"/>
                  <a:pt x="6" y="1533"/>
                </a:cubicBezTo>
                <a:cubicBezTo>
                  <a:pt x="6" y="1541"/>
                  <a:pt x="9" y="1549"/>
                  <a:pt x="15" y="1555"/>
                </a:cubicBezTo>
                <a:cubicBezTo>
                  <a:pt x="21" y="1561"/>
                  <a:pt x="29" y="1564"/>
                  <a:pt x="38" y="1564"/>
                </a:cubicBezTo>
                <a:moveTo>
                  <a:pt x="42" y="1127"/>
                </a:moveTo>
                <a:cubicBezTo>
                  <a:pt x="50" y="1127"/>
                  <a:pt x="58" y="1124"/>
                  <a:pt x="64" y="1118"/>
                </a:cubicBezTo>
                <a:cubicBezTo>
                  <a:pt x="70" y="1112"/>
                  <a:pt x="73" y="1104"/>
                  <a:pt x="73" y="1095"/>
                </a:cubicBezTo>
                <a:cubicBezTo>
                  <a:pt x="73" y="1087"/>
                  <a:pt x="70" y="1079"/>
                  <a:pt x="64" y="1073"/>
                </a:cubicBezTo>
                <a:cubicBezTo>
                  <a:pt x="58" y="1067"/>
                  <a:pt x="50" y="1064"/>
                  <a:pt x="42" y="1064"/>
                </a:cubicBezTo>
                <a:cubicBezTo>
                  <a:pt x="33" y="1064"/>
                  <a:pt x="25" y="1067"/>
                  <a:pt x="19" y="1073"/>
                </a:cubicBezTo>
                <a:cubicBezTo>
                  <a:pt x="13" y="1079"/>
                  <a:pt x="10" y="1087"/>
                  <a:pt x="10" y="1095"/>
                </a:cubicBezTo>
                <a:cubicBezTo>
                  <a:pt x="10" y="1104"/>
                  <a:pt x="13" y="1112"/>
                  <a:pt x="19" y="1118"/>
                </a:cubicBezTo>
                <a:cubicBezTo>
                  <a:pt x="25" y="1124"/>
                  <a:pt x="33" y="1127"/>
                  <a:pt x="42" y="1127"/>
                </a:cubicBezTo>
                <a:moveTo>
                  <a:pt x="143" y="486"/>
                </a:moveTo>
                <a:cubicBezTo>
                  <a:pt x="151" y="486"/>
                  <a:pt x="159" y="483"/>
                  <a:pt x="165" y="477"/>
                </a:cubicBezTo>
                <a:cubicBezTo>
                  <a:pt x="171" y="471"/>
                  <a:pt x="175" y="463"/>
                  <a:pt x="175" y="454"/>
                </a:cubicBezTo>
                <a:cubicBezTo>
                  <a:pt x="175" y="446"/>
                  <a:pt x="171" y="438"/>
                  <a:pt x="165" y="432"/>
                </a:cubicBezTo>
                <a:cubicBezTo>
                  <a:pt x="159" y="426"/>
                  <a:pt x="151" y="423"/>
                  <a:pt x="143" y="423"/>
                </a:cubicBezTo>
                <a:cubicBezTo>
                  <a:pt x="135" y="423"/>
                  <a:pt x="127" y="426"/>
                  <a:pt x="121" y="432"/>
                </a:cubicBezTo>
                <a:cubicBezTo>
                  <a:pt x="115" y="438"/>
                  <a:pt x="111" y="446"/>
                  <a:pt x="111" y="454"/>
                </a:cubicBezTo>
                <a:cubicBezTo>
                  <a:pt x="111" y="463"/>
                  <a:pt x="115" y="471"/>
                  <a:pt x="121" y="477"/>
                </a:cubicBezTo>
                <a:cubicBezTo>
                  <a:pt x="127" y="483"/>
                  <a:pt x="135" y="486"/>
                  <a:pt x="143" y="486"/>
                </a:cubicBezTo>
                <a:moveTo>
                  <a:pt x="147" y="129"/>
                </a:moveTo>
                <a:cubicBezTo>
                  <a:pt x="156" y="129"/>
                  <a:pt x="164" y="125"/>
                  <a:pt x="169" y="119"/>
                </a:cubicBezTo>
                <a:cubicBezTo>
                  <a:pt x="175" y="113"/>
                  <a:pt x="179" y="105"/>
                  <a:pt x="179" y="97"/>
                </a:cubicBezTo>
                <a:cubicBezTo>
                  <a:pt x="179" y="89"/>
                  <a:pt x="175" y="81"/>
                  <a:pt x="169" y="75"/>
                </a:cubicBezTo>
                <a:cubicBezTo>
                  <a:pt x="164" y="69"/>
                  <a:pt x="156" y="65"/>
                  <a:pt x="147" y="65"/>
                </a:cubicBezTo>
                <a:cubicBezTo>
                  <a:pt x="139" y="65"/>
                  <a:pt x="131" y="69"/>
                  <a:pt x="125" y="75"/>
                </a:cubicBezTo>
                <a:cubicBezTo>
                  <a:pt x="119" y="81"/>
                  <a:pt x="115" y="89"/>
                  <a:pt x="115" y="97"/>
                </a:cubicBezTo>
                <a:cubicBezTo>
                  <a:pt x="115" y="105"/>
                  <a:pt x="119" y="113"/>
                  <a:pt x="125" y="119"/>
                </a:cubicBezTo>
                <a:cubicBezTo>
                  <a:pt x="131" y="125"/>
                  <a:pt x="139" y="129"/>
                  <a:pt x="147" y="129"/>
                </a:cubicBezTo>
                <a:moveTo>
                  <a:pt x="1741" y="1669"/>
                </a:moveTo>
                <a:cubicBezTo>
                  <a:pt x="1749" y="1669"/>
                  <a:pt x="1757" y="1666"/>
                  <a:pt x="1763" y="1660"/>
                </a:cubicBezTo>
                <a:cubicBezTo>
                  <a:pt x="1769" y="1654"/>
                  <a:pt x="1772" y="1646"/>
                  <a:pt x="1772" y="1637"/>
                </a:cubicBezTo>
                <a:cubicBezTo>
                  <a:pt x="1772" y="1629"/>
                  <a:pt x="1769" y="1621"/>
                  <a:pt x="1763" y="1615"/>
                </a:cubicBezTo>
                <a:cubicBezTo>
                  <a:pt x="1757" y="1609"/>
                  <a:pt x="1749" y="1606"/>
                  <a:pt x="1741" y="1606"/>
                </a:cubicBezTo>
                <a:cubicBezTo>
                  <a:pt x="1732" y="1606"/>
                  <a:pt x="1724" y="1609"/>
                  <a:pt x="1718" y="1615"/>
                </a:cubicBezTo>
                <a:cubicBezTo>
                  <a:pt x="1713" y="1621"/>
                  <a:pt x="1709" y="1629"/>
                  <a:pt x="1709" y="1637"/>
                </a:cubicBezTo>
                <a:cubicBezTo>
                  <a:pt x="1709" y="1646"/>
                  <a:pt x="1713" y="1654"/>
                  <a:pt x="1718" y="1660"/>
                </a:cubicBezTo>
                <a:cubicBezTo>
                  <a:pt x="1724" y="1666"/>
                  <a:pt x="1732" y="1669"/>
                  <a:pt x="1741" y="1669"/>
                </a:cubicBezTo>
                <a:moveTo>
                  <a:pt x="1785" y="1837"/>
                </a:moveTo>
                <a:cubicBezTo>
                  <a:pt x="1794" y="1837"/>
                  <a:pt x="1802" y="1834"/>
                  <a:pt x="1808" y="1828"/>
                </a:cubicBezTo>
                <a:cubicBezTo>
                  <a:pt x="1814" y="1822"/>
                  <a:pt x="1817" y="1814"/>
                  <a:pt x="1817" y="1805"/>
                </a:cubicBezTo>
                <a:cubicBezTo>
                  <a:pt x="1817" y="1797"/>
                  <a:pt x="1814" y="1789"/>
                  <a:pt x="1808" y="1783"/>
                </a:cubicBezTo>
                <a:cubicBezTo>
                  <a:pt x="1802" y="1777"/>
                  <a:pt x="1794" y="1774"/>
                  <a:pt x="1785" y="1774"/>
                </a:cubicBezTo>
                <a:cubicBezTo>
                  <a:pt x="1777" y="1774"/>
                  <a:pt x="1769" y="1777"/>
                  <a:pt x="1763" y="1783"/>
                </a:cubicBezTo>
                <a:cubicBezTo>
                  <a:pt x="1757" y="1789"/>
                  <a:pt x="1754" y="1797"/>
                  <a:pt x="1754" y="1805"/>
                </a:cubicBezTo>
                <a:cubicBezTo>
                  <a:pt x="1754" y="1814"/>
                  <a:pt x="1757" y="1822"/>
                  <a:pt x="1763" y="1828"/>
                </a:cubicBezTo>
                <a:cubicBezTo>
                  <a:pt x="1769" y="1834"/>
                  <a:pt x="1777" y="1837"/>
                  <a:pt x="1785" y="1837"/>
                </a:cubicBezTo>
                <a:moveTo>
                  <a:pt x="2138" y="1480"/>
                </a:moveTo>
                <a:cubicBezTo>
                  <a:pt x="2147" y="1480"/>
                  <a:pt x="2155" y="1476"/>
                  <a:pt x="2161" y="1470"/>
                </a:cubicBezTo>
                <a:cubicBezTo>
                  <a:pt x="2167" y="1464"/>
                  <a:pt x="2170" y="1456"/>
                  <a:pt x="2170" y="1448"/>
                </a:cubicBezTo>
                <a:cubicBezTo>
                  <a:pt x="2170" y="1440"/>
                  <a:pt x="2167" y="1432"/>
                  <a:pt x="2161" y="1426"/>
                </a:cubicBezTo>
                <a:cubicBezTo>
                  <a:pt x="2155" y="1420"/>
                  <a:pt x="2147" y="1416"/>
                  <a:pt x="2138" y="1416"/>
                </a:cubicBezTo>
                <a:cubicBezTo>
                  <a:pt x="2130" y="1416"/>
                  <a:pt x="2122" y="1420"/>
                  <a:pt x="2116" y="1426"/>
                </a:cubicBezTo>
                <a:cubicBezTo>
                  <a:pt x="2110" y="1432"/>
                  <a:pt x="2107" y="1440"/>
                  <a:pt x="2107" y="1448"/>
                </a:cubicBezTo>
                <a:cubicBezTo>
                  <a:pt x="2107" y="1456"/>
                  <a:pt x="2110" y="1464"/>
                  <a:pt x="2116" y="1470"/>
                </a:cubicBezTo>
                <a:cubicBezTo>
                  <a:pt x="2122" y="1476"/>
                  <a:pt x="2130" y="1480"/>
                  <a:pt x="2138" y="1480"/>
                </a:cubicBezTo>
                <a:moveTo>
                  <a:pt x="2609" y="95"/>
                </a:moveTo>
                <a:cubicBezTo>
                  <a:pt x="2617" y="95"/>
                  <a:pt x="2625" y="92"/>
                  <a:pt x="2631" y="86"/>
                </a:cubicBezTo>
                <a:cubicBezTo>
                  <a:pt x="2637" y="80"/>
                  <a:pt x="2640" y="72"/>
                  <a:pt x="2640" y="64"/>
                </a:cubicBezTo>
                <a:cubicBezTo>
                  <a:pt x="2640" y="55"/>
                  <a:pt x="2637" y="47"/>
                  <a:pt x="2631" y="41"/>
                </a:cubicBezTo>
                <a:cubicBezTo>
                  <a:pt x="2625" y="36"/>
                  <a:pt x="2617" y="32"/>
                  <a:pt x="2609" y="32"/>
                </a:cubicBezTo>
                <a:cubicBezTo>
                  <a:pt x="2600" y="32"/>
                  <a:pt x="2592" y="36"/>
                  <a:pt x="2586" y="41"/>
                </a:cubicBezTo>
                <a:cubicBezTo>
                  <a:pt x="2580" y="47"/>
                  <a:pt x="2577" y="55"/>
                  <a:pt x="2577" y="64"/>
                </a:cubicBezTo>
                <a:cubicBezTo>
                  <a:pt x="2577" y="72"/>
                  <a:pt x="2580" y="80"/>
                  <a:pt x="2586" y="86"/>
                </a:cubicBezTo>
                <a:cubicBezTo>
                  <a:pt x="2592" y="92"/>
                  <a:pt x="2600" y="95"/>
                  <a:pt x="2609" y="95"/>
                </a:cubicBezTo>
                <a:moveTo>
                  <a:pt x="3355" y="174"/>
                </a:moveTo>
                <a:cubicBezTo>
                  <a:pt x="3363" y="174"/>
                  <a:pt x="3371" y="171"/>
                  <a:pt x="3377" y="165"/>
                </a:cubicBezTo>
                <a:cubicBezTo>
                  <a:pt x="3383" y="159"/>
                  <a:pt x="3386" y="151"/>
                  <a:pt x="3386" y="142"/>
                </a:cubicBezTo>
                <a:cubicBezTo>
                  <a:pt x="3386" y="134"/>
                  <a:pt x="3383" y="126"/>
                  <a:pt x="3377" y="120"/>
                </a:cubicBezTo>
                <a:cubicBezTo>
                  <a:pt x="3371" y="114"/>
                  <a:pt x="3363" y="111"/>
                  <a:pt x="3355" y="111"/>
                </a:cubicBezTo>
                <a:cubicBezTo>
                  <a:pt x="3346" y="111"/>
                  <a:pt x="3338" y="114"/>
                  <a:pt x="3332" y="120"/>
                </a:cubicBezTo>
                <a:cubicBezTo>
                  <a:pt x="3327" y="126"/>
                  <a:pt x="3323" y="134"/>
                  <a:pt x="3323" y="142"/>
                </a:cubicBezTo>
                <a:cubicBezTo>
                  <a:pt x="3323" y="151"/>
                  <a:pt x="3327" y="159"/>
                  <a:pt x="3332" y="165"/>
                </a:cubicBezTo>
                <a:cubicBezTo>
                  <a:pt x="3338" y="171"/>
                  <a:pt x="3346" y="174"/>
                  <a:pt x="3355" y="174"/>
                </a:cubicBezTo>
                <a:moveTo>
                  <a:pt x="3448" y="221"/>
                </a:moveTo>
                <a:cubicBezTo>
                  <a:pt x="3456" y="221"/>
                  <a:pt x="3465" y="218"/>
                  <a:pt x="3470" y="212"/>
                </a:cubicBezTo>
                <a:cubicBezTo>
                  <a:pt x="3476" y="206"/>
                  <a:pt x="3480" y="198"/>
                  <a:pt x="3480" y="190"/>
                </a:cubicBezTo>
                <a:cubicBezTo>
                  <a:pt x="3480" y="181"/>
                  <a:pt x="3476" y="173"/>
                  <a:pt x="3470" y="167"/>
                </a:cubicBezTo>
                <a:cubicBezTo>
                  <a:pt x="3465" y="162"/>
                  <a:pt x="3456" y="158"/>
                  <a:pt x="3448" y="158"/>
                </a:cubicBezTo>
                <a:cubicBezTo>
                  <a:pt x="3440" y="158"/>
                  <a:pt x="3432" y="162"/>
                  <a:pt x="3426" y="167"/>
                </a:cubicBezTo>
                <a:cubicBezTo>
                  <a:pt x="3420" y="173"/>
                  <a:pt x="3416" y="181"/>
                  <a:pt x="3416" y="190"/>
                </a:cubicBezTo>
                <a:cubicBezTo>
                  <a:pt x="3416" y="198"/>
                  <a:pt x="3420" y="206"/>
                  <a:pt x="3426" y="212"/>
                </a:cubicBezTo>
                <a:cubicBezTo>
                  <a:pt x="3432" y="218"/>
                  <a:pt x="3440" y="221"/>
                  <a:pt x="3448" y="221"/>
                </a:cubicBezTo>
                <a:moveTo>
                  <a:pt x="3472" y="69"/>
                </a:moveTo>
                <a:cubicBezTo>
                  <a:pt x="3481" y="69"/>
                  <a:pt x="3489" y="66"/>
                  <a:pt x="3495" y="60"/>
                </a:cubicBezTo>
                <a:cubicBezTo>
                  <a:pt x="3501" y="54"/>
                  <a:pt x="3504" y="46"/>
                  <a:pt x="3504" y="38"/>
                </a:cubicBezTo>
                <a:cubicBezTo>
                  <a:pt x="3504" y="29"/>
                  <a:pt x="3501" y="21"/>
                  <a:pt x="3495" y="15"/>
                </a:cubicBezTo>
                <a:cubicBezTo>
                  <a:pt x="3489" y="9"/>
                  <a:pt x="3481" y="6"/>
                  <a:pt x="3472" y="6"/>
                </a:cubicBezTo>
                <a:cubicBezTo>
                  <a:pt x="3464" y="6"/>
                  <a:pt x="3456" y="9"/>
                  <a:pt x="3450" y="15"/>
                </a:cubicBezTo>
                <a:cubicBezTo>
                  <a:pt x="3444" y="21"/>
                  <a:pt x="3441" y="29"/>
                  <a:pt x="3441" y="38"/>
                </a:cubicBezTo>
                <a:cubicBezTo>
                  <a:pt x="3441" y="46"/>
                  <a:pt x="3444" y="54"/>
                  <a:pt x="3450" y="60"/>
                </a:cubicBezTo>
                <a:cubicBezTo>
                  <a:pt x="3456" y="66"/>
                  <a:pt x="3464" y="69"/>
                  <a:pt x="3472" y="69"/>
                </a:cubicBezTo>
                <a:moveTo>
                  <a:pt x="3476" y="232"/>
                </a:moveTo>
                <a:cubicBezTo>
                  <a:pt x="3485" y="232"/>
                  <a:pt x="3493" y="229"/>
                  <a:pt x="3499" y="223"/>
                </a:cubicBezTo>
                <a:cubicBezTo>
                  <a:pt x="3505" y="217"/>
                  <a:pt x="3508" y="209"/>
                  <a:pt x="3508" y="200"/>
                </a:cubicBezTo>
                <a:cubicBezTo>
                  <a:pt x="3508" y="192"/>
                  <a:pt x="3505" y="184"/>
                  <a:pt x="3499" y="178"/>
                </a:cubicBezTo>
                <a:cubicBezTo>
                  <a:pt x="3493" y="172"/>
                  <a:pt x="3485" y="169"/>
                  <a:pt x="3476" y="169"/>
                </a:cubicBezTo>
                <a:cubicBezTo>
                  <a:pt x="3468" y="169"/>
                  <a:pt x="3460" y="172"/>
                  <a:pt x="3454" y="178"/>
                </a:cubicBezTo>
                <a:cubicBezTo>
                  <a:pt x="3448" y="184"/>
                  <a:pt x="3445" y="192"/>
                  <a:pt x="3445" y="200"/>
                </a:cubicBezTo>
                <a:cubicBezTo>
                  <a:pt x="3445" y="209"/>
                  <a:pt x="3448" y="217"/>
                  <a:pt x="3454" y="223"/>
                </a:cubicBezTo>
                <a:cubicBezTo>
                  <a:pt x="3460" y="229"/>
                  <a:pt x="3468" y="232"/>
                  <a:pt x="3476" y="232"/>
                </a:cubicBezTo>
                <a:moveTo>
                  <a:pt x="3481" y="182"/>
                </a:moveTo>
                <a:cubicBezTo>
                  <a:pt x="3489" y="182"/>
                  <a:pt x="3497" y="179"/>
                  <a:pt x="3503" y="173"/>
                </a:cubicBezTo>
                <a:cubicBezTo>
                  <a:pt x="3509" y="167"/>
                  <a:pt x="3512" y="159"/>
                  <a:pt x="3512" y="151"/>
                </a:cubicBezTo>
                <a:cubicBezTo>
                  <a:pt x="3512" y="142"/>
                  <a:pt x="3509" y="134"/>
                  <a:pt x="3503" y="128"/>
                </a:cubicBezTo>
                <a:cubicBezTo>
                  <a:pt x="3497" y="122"/>
                  <a:pt x="3489" y="119"/>
                  <a:pt x="3481" y="119"/>
                </a:cubicBezTo>
                <a:cubicBezTo>
                  <a:pt x="3472" y="119"/>
                  <a:pt x="3464" y="122"/>
                  <a:pt x="3458" y="128"/>
                </a:cubicBezTo>
                <a:cubicBezTo>
                  <a:pt x="3452" y="134"/>
                  <a:pt x="3449" y="142"/>
                  <a:pt x="3449" y="151"/>
                </a:cubicBezTo>
                <a:cubicBezTo>
                  <a:pt x="3449" y="159"/>
                  <a:pt x="3452" y="167"/>
                  <a:pt x="3458" y="173"/>
                </a:cubicBezTo>
                <a:cubicBezTo>
                  <a:pt x="3464" y="179"/>
                  <a:pt x="3472" y="182"/>
                  <a:pt x="3481" y="182"/>
                </a:cubicBezTo>
                <a:moveTo>
                  <a:pt x="3533" y="450"/>
                </a:moveTo>
                <a:cubicBezTo>
                  <a:pt x="3542" y="450"/>
                  <a:pt x="3550" y="447"/>
                  <a:pt x="3556" y="441"/>
                </a:cubicBezTo>
                <a:cubicBezTo>
                  <a:pt x="3562" y="435"/>
                  <a:pt x="3565" y="427"/>
                  <a:pt x="3565" y="419"/>
                </a:cubicBezTo>
                <a:cubicBezTo>
                  <a:pt x="3565" y="410"/>
                  <a:pt x="3562" y="402"/>
                  <a:pt x="3556" y="396"/>
                </a:cubicBezTo>
                <a:cubicBezTo>
                  <a:pt x="3550" y="390"/>
                  <a:pt x="3542" y="387"/>
                  <a:pt x="3533" y="387"/>
                </a:cubicBezTo>
                <a:cubicBezTo>
                  <a:pt x="3525" y="387"/>
                  <a:pt x="3517" y="390"/>
                  <a:pt x="3511" y="396"/>
                </a:cubicBezTo>
                <a:cubicBezTo>
                  <a:pt x="3505" y="402"/>
                  <a:pt x="3502" y="410"/>
                  <a:pt x="3502" y="419"/>
                </a:cubicBezTo>
                <a:cubicBezTo>
                  <a:pt x="3502" y="427"/>
                  <a:pt x="3505" y="435"/>
                  <a:pt x="3511" y="441"/>
                </a:cubicBezTo>
                <a:cubicBezTo>
                  <a:pt x="3517" y="447"/>
                  <a:pt x="3525" y="450"/>
                  <a:pt x="3533" y="450"/>
                </a:cubicBezTo>
                <a:moveTo>
                  <a:pt x="3574" y="336"/>
                </a:moveTo>
                <a:cubicBezTo>
                  <a:pt x="3582" y="336"/>
                  <a:pt x="3590" y="332"/>
                  <a:pt x="3596" y="327"/>
                </a:cubicBezTo>
                <a:cubicBezTo>
                  <a:pt x="3602" y="321"/>
                  <a:pt x="3605" y="313"/>
                  <a:pt x="3605" y="304"/>
                </a:cubicBezTo>
                <a:cubicBezTo>
                  <a:pt x="3605" y="296"/>
                  <a:pt x="3602" y="288"/>
                  <a:pt x="3596" y="282"/>
                </a:cubicBezTo>
                <a:cubicBezTo>
                  <a:pt x="3590" y="276"/>
                  <a:pt x="3582" y="273"/>
                  <a:pt x="3574" y="273"/>
                </a:cubicBezTo>
                <a:cubicBezTo>
                  <a:pt x="3565" y="273"/>
                  <a:pt x="3557" y="276"/>
                  <a:pt x="3551" y="282"/>
                </a:cubicBezTo>
                <a:cubicBezTo>
                  <a:pt x="3546" y="288"/>
                  <a:pt x="3542" y="296"/>
                  <a:pt x="3542" y="304"/>
                </a:cubicBezTo>
                <a:cubicBezTo>
                  <a:pt x="3542" y="313"/>
                  <a:pt x="3546" y="321"/>
                  <a:pt x="3551" y="327"/>
                </a:cubicBezTo>
                <a:cubicBezTo>
                  <a:pt x="3557" y="332"/>
                  <a:pt x="3565" y="336"/>
                  <a:pt x="3574" y="336"/>
                </a:cubicBezTo>
                <a:moveTo>
                  <a:pt x="3578" y="648"/>
                </a:moveTo>
                <a:cubicBezTo>
                  <a:pt x="3586" y="648"/>
                  <a:pt x="3594" y="644"/>
                  <a:pt x="3600" y="639"/>
                </a:cubicBezTo>
                <a:cubicBezTo>
                  <a:pt x="3606" y="633"/>
                  <a:pt x="3609" y="625"/>
                  <a:pt x="3609" y="616"/>
                </a:cubicBezTo>
                <a:cubicBezTo>
                  <a:pt x="3609" y="608"/>
                  <a:pt x="3606" y="600"/>
                  <a:pt x="3600" y="594"/>
                </a:cubicBezTo>
                <a:cubicBezTo>
                  <a:pt x="3594" y="588"/>
                  <a:pt x="3586" y="585"/>
                  <a:pt x="3578" y="585"/>
                </a:cubicBezTo>
                <a:cubicBezTo>
                  <a:pt x="3569" y="585"/>
                  <a:pt x="3561" y="588"/>
                  <a:pt x="3556" y="594"/>
                </a:cubicBezTo>
                <a:cubicBezTo>
                  <a:pt x="3550" y="600"/>
                  <a:pt x="3546" y="608"/>
                  <a:pt x="3546" y="616"/>
                </a:cubicBezTo>
                <a:cubicBezTo>
                  <a:pt x="3546" y="625"/>
                  <a:pt x="3550" y="633"/>
                  <a:pt x="3556" y="639"/>
                </a:cubicBezTo>
                <a:cubicBezTo>
                  <a:pt x="3561" y="644"/>
                  <a:pt x="3569" y="648"/>
                  <a:pt x="3578" y="648"/>
                </a:cubicBezTo>
                <a:moveTo>
                  <a:pt x="3606" y="435"/>
                </a:moveTo>
                <a:cubicBezTo>
                  <a:pt x="3615" y="435"/>
                  <a:pt x="3623" y="432"/>
                  <a:pt x="3629" y="426"/>
                </a:cubicBezTo>
                <a:cubicBezTo>
                  <a:pt x="3635" y="420"/>
                  <a:pt x="3638" y="412"/>
                  <a:pt x="3638" y="404"/>
                </a:cubicBezTo>
                <a:cubicBezTo>
                  <a:pt x="3638" y="395"/>
                  <a:pt x="3635" y="387"/>
                  <a:pt x="3629" y="381"/>
                </a:cubicBezTo>
                <a:cubicBezTo>
                  <a:pt x="3623" y="375"/>
                  <a:pt x="3615" y="372"/>
                  <a:pt x="3606" y="372"/>
                </a:cubicBezTo>
                <a:cubicBezTo>
                  <a:pt x="3598" y="372"/>
                  <a:pt x="3590" y="375"/>
                  <a:pt x="3584" y="381"/>
                </a:cubicBezTo>
                <a:cubicBezTo>
                  <a:pt x="3578" y="387"/>
                  <a:pt x="3575" y="395"/>
                  <a:pt x="3575" y="404"/>
                </a:cubicBezTo>
                <a:cubicBezTo>
                  <a:pt x="3575" y="412"/>
                  <a:pt x="3578" y="420"/>
                  <a:pt x="3584" y="426"/>
                </a:cubicBezTo>
                <a:cubicBezTo>
                  <a:pt x="3590" y="432"/>
                  <a:pt x="3598" y="435"/>
                  <a:pt x="3606" y="435"/>
                </a:cubicBezTo>
                <a:moveTo>
                  <a:pt x="3610" y="478"/>
                </a:moveTo>
                <a:cubicBezTo>
                  <a:pt x="3619" y="478"/>
                  <a:pt x="3627" y="475"/>
                  <a:pt x="3633" y="469"/>
                </a:cubicBezTo>
                <a:cubicBezTo>
                  <a:pt x="3639" y="463"/>
                  <a:pt x="3642" y="455"/>
                  <a:pt x="3642" y="446"/>
                </a:cubicBezTo>
                <a:cubicBezTo>
                  <a:pt x="3642" y="438"/>
                  <a:pt x="3639" y="430"/>
                  <a:pt x="3633" y="424"/>
                </a:cubicBezTo>
                <a:cubicBezTo>
                  <a:pt x="3627" y="418"/>
                  <a:pt x="3619" y="415"/>
                  <a:pt x="3610" y="415"/>
                </a:cubicBezTo>
                <a:cubicBezTo>
                  <a:pt x="3602" y="415"/>
                  <a:pt x="3594" y="418"/>
                  <a:pt x="3588" y="424"/>
                </a:cubicBezTo>
                <a:cubicBezTo>
                  <a:pt x="3582" y="430"/>
                  <a:pt x="3579" y="438"/>
                  <a:pt x="3579" y="446"/>
                </a:cubicBezTo>
                <a:cubicBezTo>
                  <a:pt x="3579" y="455"/>
                  <a:pt x="3582" y="463"/>
                  <a:pt x="3588" y="469"/>
                </a:cubicBezTo>
                <a:cubicBezTo>
                  <a:pt x="3594" y="475"/>
                  <a:pt x="3602" y="478"/>
                  <a:pt x="3610" y="478"/>
                </a:cubicBezTo>
                <a:moveTo>
                  <a:pt x="3614" y="820"/>
                </a:moveTo>
                <a:cubicBezTo>
                  <a:pt x="3623" y="820"/>
                  <a:pt x="3631" y="817"/>
                  <a:pt x="3637" y="811"/>
                </a:cubicBezTo>
                <a:cubicBezTo>
                  <a:pt x="3643" y="805"/>
                  <a:pt x="3646" y="797"/>
                  <a:pt x="3646" y="789"/>
                </a:cubicBezTo>
                <a:cubicBezTo>
                  <a:pt x="3646" y="780"/>
                  <a:pt x="3643" y="772"/>
                  <a:pt x="3637" y="766"/>
                </a:cubicBezTo>
                <a:cubicBezTo>
                  <a:pt x="3631" y="760"/>
                  <a:pt x="3623" y="757"/>
                  <a:pt x="3614" y="757"/>
                </a:cubicBezTo>
                <a:cubicBezTo>
                  <a:pt x="3606" y="757"/>
                  <a:pt x="3598" y="760"/>
                  <a:pt x="3592" y="766"/>
                </a:cubicBezTo>
                <a:cubicBezTo>
                  <a:pt x="3586" y="772"/>
                  <a:pt x="3583" y="780"/>
                  <a:pt x="3583" y="789"/>
                </a:cubicBezTo>
                <a:cubicBezTo>
                  <a:pt x="3583" y="797"/>
                  <a:pt x="3586" y="805"/>
                  <a:pt x="3592" y="811"/>
                </a:cubicBezTo>
                <a:cubicBezTo>
                  <a:pt x="3598" y="817"/>
                  <a:pt x="3606" y="820"/>
                  <a:pt x="3614" y="820"/>
                </a:cubicBezTo>
                <a:moveTo>
                  <a:pt x="3691" y="437"/>
                </a:moveTo>
                <a:cubicBezTo>
                  <a:pt x="3700" y="437"/>
                  <a:pt x="3708" y="434"/>
                  <a:pt x="3714" y="428"/>
                </a:cubicBezTo>
                <a:cubicBezTo>
                  <a:pt x="3720" y="422"/>
                  <a:pt x="3723" y="414"/>
                  <a:pt x="3723" y="406"/>
                </a:cubicBezTo>
                <a:cubicBezTo>
                  <a:pt x="3723" y="397"/>
                  <a:pt x="3720" y="389"/>
                  <a:pt x="3714" y="383"/>
                </a:cubicBezTo>
                <a:cubicBezTo>
                  <a:pt x="3708" y="378"/>
                  <a:pt x="3700" y="374"/>
                  <a:pt x="3691" y="374"/>
                </a:cubicBezTo>
                <a:cubicBezTo>
                  <a:pt x="3683" y="374"/>
                  <a:pt x="3675" y="378"/>
                  <a:pt x="3669" y="383"/>
                </a:cubicBezTo>
                <a:cubicBezTo>
                  <a:pt x="3663" y="389"/>
                  <a:pt x="3660" y="397"/>
                  <a:pt x="3660" y="406"/>
                </a:cubicBezTo>
                <a:cubicBezTo>
                  <a:pt x="3660" y="414"/>
                  <a:pt x="3663" y="422"/>
                  <a:pt x="3669" y="428"/>
                </a:cubicBezTo>
                <a:cubicBezTo>
                  <a:pt x="3675" y="434"/>
                  <a:pt x="3683" y="437"/>
                  <a:pt x="3691" y="437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4" name="path 114"/>
          <p:cNvSpPr/>
          <p:nvPr/>
        </p:nvSpPr>
        <p:spPr>
          <a:xfrm>
            <a:off x="10349444" y="5586515"/>
            <a:ext cx="2456129" cy="1117242"/>
          </a:xfrm>
          <a:custGeom>
            <a:avLst/>
            <a:gdLst/>
            <a:ahLst/>
            <a:cxnLst/>
            <a:rect l="0" t="0" r="0" b="0"/>
            <a:pathLst>
              <a:path w="3867" h="1759">
                <a:moveTo>
                  <a:pt x="38" y="69"/>
                </a:moveTo>
                <a:cubicBezTo>
                  <a:pt x="46" y="69"/>
                  <a:pt x="54" y="66"/>
                  <a:pt x="60" y="60"/>
                </a:cubicBezTo>
                <a:cubicBezTo>
                  <a:pt x="66" y="54"/>
                  <a:pt x="69" y="46"/>
                  <a:pt x="69" y="38"/>
                </a:cubicBezTo>
                <a:cubicBezTo>
                  <a:pt x="69" y="29"/>
                  <a:pt x="66" y="21"/>
                  <a:pt x="60" y="15"/>
                </a:cubicBezTo>
                <a:cubicBezTo>
                  <a:pt x="54" y="9"/>
                  <a:pt x="46" y="6"/>
                  <a:pt x="38" y="6"/>
                </a:cubicBezTo>
                <a:cubicBezTo>
                  <a:pt x="29" y="6"/>
                  <a:pt x="21" y="9"/>
                  <a:pt x="15" y="15"/>
                </a:cubicBezTo>
                <a:cubicBezTo>
                  <a:pt x="9" y="21"/>
                  <a:pt x="6" y="29"/>
                  <a:pt x="6" y="38"/>
                </a:cubicBezTo>
                <a:cubicBezTo>
                  <a:pt x="6" y="46"/>
                  <a:pt x="9" y="54"/>
                  <a:pt x="15" y="60"/>
                </a:cubicBezTo>
                <a:cubicBezTo>
                  <a:pt x="21" y="66"/>
                  <a:pt x="29" y="69"/>
                  <a:pt x="38" y="69"/>
                </a:cubicBezTo>
                <a:moveTo>
                  <a:pt x="334" y="266"/>
                </a:moveTo>
                <a:cubicBezTo>
                  <a:pt x="342" y="266"/>
                  <a:pt x="350" y="263"/>
                  <a:pt x="356" y="257"/>
                </a:cubicBezTo>
                <a:cubicBezTo>
                  <a:pt x="362" y="251"/>
                  <a:pt x="365" y="243"/>
                  <a:pt x="365" y="234"/>
                </a:cubicBezTo>
                <a:cubicBezTo>
                  <a:pt x="365" y="226"/>
                  <a:pt x="362" y="218"/>
                  <a:pt x="356" y="212"/>
                </a:cubicBezTo>
                <a:cubicBezTo>
                  <a:pt x="350" y="206"/>
                  <a:pt x="342" y="203"/>
                  <a:pt x="334" y="203"/>
                </a:cubicBezTo>
                <a:cubicBezTo>
                  <a:pt x="325" y="203"/>
                  <a:pt x="317" y="206"/>
                  <a:pt x="311" y="212"/>
                </a:cubicBezTo>
                <a:cubicBezTo>
                  <a:pt x="305" y="218"/>
                  <a:pt x="302" y="226"/>
                  <a:pt x="302" y="234"/>
                </a:cubicBezTo>
                <a:cubicBezTo>
                  <a:pt x="302" y="243"/>
                  <a:pt x="305" y="251"/>
                  <a:pt x="311" y="257"/>
                </a:cubicBezTo>
                <a:cubicBezTo>
                  <a:pt x="317" y="263"/>
                  <a:pt x="325" y="266"/>
                  <a:pt x="334" y="266"/>
                </a:cubicBezTo>
                <a:moveTo>
                  <a:pt x="346" y="719"/>
                </a:moveTo>
                <a:cubicBezTo>
                  <a:pt x="354" y="719"/>
                  <a:pt x="362" y="716"/>
                  <a:pt x="368" y="710"/>
                </a:cubicBezTo>
                <a:cubicBezTo>
                  <a:pt x="374" y="704"/>
                  <a:pt x="377" y="696"/>
                  <a:pt x="377" y="688"/>
                </a:cubicBezTo>
                <a:cubicBezTo>
                  <a:pt x="377" y="679"/>
                  <a:pt x="374" y="671"/>
                  <a:pt x="368" y="665"/>
                </a:cubicBezTo>
                <a:cubicBezTo>
                  <a:pt x="362" y="660"/>
                  <a:pt x="354" y="656"/>
                  <a:pt x="346" y="656"/>
                </a:cubicBezTo>
                <a:cubicBezTo>
                  <a:pt x="337" y="656"/>
                  <a:pt x="329" y="660"/>
                  <a:pt x="323" y="665"/>
                </a:cubicBezTo>
                <a:cubicBezTo>
                  <a:pt x="318" y="671"/>
                  <a:pt x="314" y="679"/>
                  <a:pt x="314" y="688"/>
                </a:cubicBezTo>
                <a:cubicBezTo>
                  <a:pt x="314" y="696"/>
                  <a:pt x="318" y="704"/>
                  <a:pt x="323" y="710"/>
                </a:cubicBezTo>
                <a:cubicBezTo>
                  <a:pt x="329" y="716"/>
                  <a:pt x="337" y="719"/>
                  <a:pt x="346" y="719"/>
                </a:cubicBezTo>
                <a:moveTo>
                  <a:pt x="358" y="291"/>
                </a:moveTo>
                <a:cubicBezTo>
                  <a:pt x="366" y="291"/>
                  <a:pt x="374" y="288"/>
                  <a:pt x="380" y="282"/>
                </a:cubicBezTo>
                <a:cubicBezTo>
                  <a:pt x="386" y="276"/>
                  <a:pt x="390" y="268"/>
                  <a:pt x="390" y="260"/>
                </a:cubicBezTo>
                <a:cubicBezTo>
                  <a:pt x="390" y="251"/>
                  <a:pt x="386" y="243"/>
                  <a:pt x="380" y="237"/>
                </a:cubicBezTo>
                <a:cubicBezTo>
                  <a:pt x="374" y="231"/>
                  <a:pt x="366" y="228"/>
                  <a:pt x="358" y="228"/>
                </a:cubicBezTo>
                <a:cubicBezTo>
                  <a:pt x="350" y="228"/>
                  <a:pt x="342" y="231"/>
                  <a:pt x="336" y="237"/>
                </a:cubicBezTo>
                <a:cubicBezTo>
                  <a:pt x="330" y="243"/>
                  <a:pt x="326" y="251"/>
                  <a:pt x="326" y="260"/>
                </a:cubicBezTo>
                <a:cubicBezTo>
                  <a:pt x="326" y="268"/>
                  <a:pt x="330" y="276"/>
                  <a:pt x="336" y="282"/>
                </a:cubicBezTo>
                <a:cubicBezTo>
                  <a:pt x="342" y="288"/>
                  <a:pt x="350" y="291"/>
                  <a:pt x="358" y="291"/>
                </a:cubicBezTo>
                <a:moveTo>
                  <a:pt x="476" y="391"/>
                </a:moveTo>
                <a:cubicBezTo>
                  <a:pt x="484" y="391"/>
                  <a:pt x="492" y="388"/>
                  <a:pt x="498" y="382"/>
                </a:cubicBezTo>
                <a:cubicBezTo>
                  <a:pt x="504" y="376"/>
                  <a:pt x="507" y="368"/>
                  <a:pt x="507" y="359"/>
                </a:cubicBezTo>
                <a:cubicBezTo>
                  <a:pt x="507" y="351"/>
                  <a:pt x="504" y="343"/>
                  <a:pt x="498" y="337"/>
                </a:cubicBezTo>
                <a:cubicBezTo>
                  <a:pt x="492" y="331"/>
                  <a:pt x="484" y="328"/>
                  <a:pt x="476" y="328"/>
                </a:cubicBezTo>
                <a:cubicBezTo>
                  <a:pt x="467" y="328"/>
                  <a:pt x="459" y="331"/>
                  <a:pt x="453" y="337"/>
                </a:cubicBezTo>
                <a:cubicBezTo>
                  <a:pt x="447" y="343"/>
                  <a:pt x="444" y="351"/>
                  <a:pt x="444" y="359"/>
                </a:cubicBezTo>
                <a:cubicBezTo>
                  <a:pt x="444" y="368"/>
                  <a:pt x="447" y="376"/>
                  <a:pt x="453" y="382"/>
                </a:cubicBezTo>
                <a:cubicBezTo>
                  <a:pt x="459" y="388"/>
                  <a:pt x="467" y="391"/>
                  <a:pt x="476" y="391"/>
                </a:cubicBezTo>
                <a:moveTo>
                  <a:pt x="500" y="514"/>
                </a:moveTo>
                <a:cubicBezTo>
                  <a:pt x="508" y="514"/>
                  <a:pt x="516" y="510"/>
                  <a:pt x="522" y="504"/>
                </a:cubicBezTo>
                <a:cubicBezTo>
                  <a:pt x="528" y="498"/>
                  <a:pt x="532" y="490"/>
                  <a:pt x="532" y="482"/>
                </a:cubicBezTo>
                <a:cubicBezTo>
                  <a:pt x="532" y="474"/>
                  <a:pt x="528" y="465"/>
                  <a:pt x="522" y="460"/>
                </a:cubicBezTo>
                <a:cubicBezTo>
                  <a:pt x="516" y="454"/>
                  <a:pt x="508" y="450"/>
                  <a:pt x="500" y="450"/>
                </a:cubicBezTo>
                <a:cubicBezTo>
                  <a:pt x="492" y="450"/>
                  <a:pt x="483" y="454"/>
                  <a:pt x="478" y="460"/>
                </a:cubicBezTo>
                <a:cubicBezTo>
                  <a:pt x="472" y="465"/>
                  <a:pt x="468" y="474"/>
                  <a:pt x="468" y="482"/>
                </a:cubicBezTo>
                <a:cubicBezTo>
                  <a:pt x="468" y="490"/>
                  <a:pt x="472" y="498"/>
                  <a:pt x="478" y="504"/>
                </a:cubicBezTo>
                <a:cubicBezTo>
                  <a:pt x="483" y="510"/>
                  <a:pt x="492" y="514"/>
                  <a:pt x="500" y="514"/>
                </a:cubicBezTo>
                <a:moveTo>
                  <a:pt x="930" y="238"/>
                </a:moveTo>
                <a:cubicBezTo>
                  <a:pt x="938" y="238"/>
                  <a:pt x="946" y="235"/>
                  <a:pt x="952" y="229"/>
                </a:cubicBezTo>
                <a:cubicBezTo>
                  <a:pt x="958" y="223"/>
                  <a:pt x="961" y="215"/>
                  <a:pt x="961" y="207"/>
                </a:cubicBezTo>
                <a:cubicBezTo>
                  <a:pt x="961" y="198"/>
                  <a:pt x="958" y="190"/>
                  <a:pt x="952" y="184"/>
                </a:cubicBezTo>
                <a:cubicBezTo>
                  <a:pt x="946" y="178"/>
                  <a:pt x="938" y="175"/>
                  <a:pt x="930" y="175"/>
                </a:cubicBezTo>
                <a:cubicBezTo>
                  <a:pt x="921" y="175"/>
                  <a:pt x="913" y="178"/>
                  <a:pt x="907" y="184"/>
                </a:cubicBezTo>
                <a:cubicBezTo>
                  <a:pt x="901" y="190"/>
                  <a:pt x="898" y="198"/>
                  <a:pt x="898" y="207"/>
                </a:cubicBezTo>
                <a:cubicBezTo>
                  <a:pt x="898" y="215"/>
                  <a:pt x="901" y="223"/>
                  <a:pt x="907" y="229"/>
                </a:cubicBezTo>
                <a:cubicBezTo>
                  <a:pt x="913" y="235"/>
                  <a:pt x="921" y="238"/>
                  <a:pt x="930" y="238"/>
                </a:cubicBezTo>
                <a:moveTo>
                  <a:pt x="1680" y="637"/>
                </a:moveTo>
                <a:cubicBezTo>
                  <a:pt x="1688" y="637"/>
                  <a:pt x="1696" y="633"/>
                  <a:pt x="1702" y="628"/>
                </a:cubicBezTo>
                <a:cubicBezTo>
                  <a:pt x="1708" y="622"/>
                  <a:pt x="1712" y="614"/>
                  <a:pt x="1712" y="605"/>
                </a:cubicBezTo>
                <a:cubicBezTo>
                  <a:pt x="1712" y="597"/>
                  <a:pt x="1708" y="589"/>
                  <a:pt x="1702" y="583"/>
                </a:cubicBezTo>
                <a:cubicBezTo>
                  <a:pt x="1696" y="577"/>
                  <a:pt x="1688" y="574"/>
                  <a:pt x="1680" y="574"/>
                </a:cubicBezTo>
                <a:cubicBezTo>
                  <a:pt x="1672" y="574"/>
                  <a:pt x="1664" y="577"/>
                  <a:pt x="1658" y="583"/>
                </a:cubicBezTo>
                <a:cubicBezTo>
                  <a:pt x="1652" y="589"/>
                  <a:pt x="1648" y="597"/>
                  <a:pt x="1648" y="605"/>
                </a:cubicBezTo>
                <a:cubicBezTo>
                  <a:pt x="1648" y="614"/>
                  <a:pt x="1652" y="622"/>
                  <a:pt x="1658" y="628"/>
                </a:cubicBezTo>
                <a:cubicBezTo>
                  <a:pt x="1664" y="633"/>
                  <a:pt x="1672" y="637"/>
                  <a:pt x="1680" y="637"/>
                </a:cubicBezTo>
                <a:moveTo>
                  <a:pt x="1684" y="610"/>
                </a:moveTo>
                <a:cubicBezTo>
                  <a:pt x="1692" y="610"/>
                  <a:pt x="1700" y="607"/>
                  <a:pt x="1706" y="601"/>
                </a:cubicBezTo>
                <a:cubicBezTo>
                  <a:pt x="1712" y="595"/>
                  <a:pt x="1716" y="587"/>
                  <a:pt x="1716" y="579"/>
                </a:cubicBezTo>
                <a:cubicBezTo>
                  <a:pt x="1716" y="570"/>
                  <a:pt x="1712" y="562"/>
                  <a:pt x="1706" y="556"/>
                </a:cubicBezTo>
                <a:cubicBezTo>
                  <a:pt x="1700" y="550"/>
                  <a:pt x="1692" y="547"/>
                  <a:pt x="1684" y="547"/>
                </a:cubicBezTo>
                <a:cubicBezTo>
                  <a:pt x="1676" y="547"/>
                  <a:pt x="1668" y="550"/>
                  <a:pt x="1662" y="556"/>
                </a:cubicBezTo>
                <a:cubicBezTo>
                  <a:pt x="1656" y="562"/>
                  <a:pt x="1652" y="570"/>
                  <a:pt x="1652" y="579"/>
                </a:cubicBezTo>
                <a:cubicBezTo>
                  <a:pt x="1652" y="587"/>
                  <a:pt x="1656" y="595"/>
                  <a:pt x="1662" y="601"/>
                </a:cubicBezTo>
                <a:cubicBezTo>
                  <a:pt x="1668" y="607"/>
                  <a:pt x="1676" y="610"/>
                  <a:pt x="1684" y="610"/>
                </a:cubicBezTo>
                <a:moveTo>
                  <a:pt x="1688" y="476"/>
                </a:moveTo>
                <a:cubicBezTo>
                  <a:pt x="1697" y="476"/>
                  <a:pt x="1705" y="473"/>
                  <a:pt x="1710" y="467"/>
                </a:cubicBezTo>
                <a:cubicBezTo>
                  <a:pt x="1716" y="461"/>
                  <a:pt x="1720" y="453"/>
                  <a:pt x="1720" y="444"/>
                </a:cubicBezTo>
                <a:cubicBezTo>
                  <a:pt x="1720" y="436"/>
                  <a:pt x="1716" y="428"/>
                  <a:pt x="1710" y="422"/>
                </a:cubicBezTo>
                <a:cubicBezTo>
                  <a:pt x="1705" y="416"/>
                  <a:pt x="1697" y="413"/>
                  <a:pt x="1688" y="413"/>
                </a:cubicBezTo>
                <a:cubicBezTo>
                  <a:pt x="1680" y="413"/>
                  <a:pt x="1672" y="416"/>
                  <a:pt x="1666" y="422"/>
                </a:cubicBezTo>
                <a:cubicBezTo>
                  <a:pt x="1660" y="428"/>
                  <a:pt x="1656" y="436"/>
                  <a:pt x="1656" y="444"/>
                </a:cubicBezTo>
                <a:cubicBezTo>
                  <a:pt x="1656" y="453"/>
                  <a:pt x="1660" y="461"/>
                  <a:pt x="1666" y="467"/>
                </a:cubicBezTo>
                <a:cubicBezTo>
                  <a:pt x="1672" y="473"/>
                  <a:pt x="1680" y="476"/>
                  <a:pt x="1688" y="476"/>
                </a:cubicBezTo>
                <a:moveTo>
                  <a:pt x="1708" y="611"/>
                </a:moveTo>
                <a:cubicBezTo>
                  <a:pt x="1717" y="611"/>
                  <a:pt x="1725" y="608"/>
                  <a:pt x="1731" y="602"/>
                </a:cubicBezTo>
                <a:cubicBezTo>
                  <a:pt x="1737" y="596"/>
                  <a:pt x="1740" y="588"/>
                  <a:pt x="1740" y="580"/>
                </a:cubicBezTo>
                <a:cubicBezTo>
                  <a:pt x="1740" y="571"/>
                  <a:pt x="1737" y="563"/>
                  <a:pt x="1731" y="557"/>
                </a:cubicBezTo>
                <a:cubicBezTo>
                  <a:pt x="1725" y="552"/>
                  <a:pt x="1717" y="548"/>
                  <a:pt x="1708" y="548"/>
                </a:cubicBezTo>
                <a:cubicBezTo>
                  <a:pt x="1700" y="548"/>
                  <a:pt x="1692" y="552"/>
                  <a:pt x="1686" y="557"/>
                </a:cubicBezTo>
                <a:cubicBezTo>
                  <a:pt x="1680" y="563"/>
                  <a:pt x="1677" y="571"/>
                  <a:pt x="1677" y="580"/>
                </a:cubicBezTo>
                <a:cubicBezTo>
                  <a:pt x="1677" y="588"/>
                  <a:pt x="1680" y="596"/>
                  <a:pt x="1686" y="602"/>
                </a:cubicBezTo>
                <a:cubicBezTo>
                  <a:pt x="1692" y="608"/>
                  <a:pt x="1700" y="611"/>
                  <a:pt x="1708" y="611"/>
                </a:cubicBezTo>
                <a:moveTo>
                  <a:pt x="1794" y="1446"/>
                </a:moveTo>
                <a:cubicBezTo>
                  <a:pt x="1802" y="1446"/>
                  <a:pt x="1810" y="1443"/>
                  <a:pt x="1816" y="1437"/>
                </a:cubicBezTo>
                <a:cubicBezTo>
                  <a:pt x="1822" y="1431"/>
                  <a:pt x="1825" y="1423"/>
                  <a:pt x="1825" y="1415"/>
                </a:cubicBezTo>
                <a:cubicBezTo>
                  <a:pt x="1825" y="1406"/>
                  <a:pt x="1822" y="1398"/>
                  <a:pt x="1816" y="1392"/>
                </a:cubicBezTo>
                <a:cubicBezTo>
                  <a:pt x="1810" y="1386"/>
                  <a:pt x="1802" y="1383"/>
                  <a:pt x="1794" y="1383"/>
                </a:cubicBezTo>
                <a:cubicBezTo>
                  <a:pt x="1785" y="1383"/>
                  <a:pt x="1777" y="1386"/>
                  <a:pt x="1771" y="1392"/>
                </a:cubicBezTo>
                <a:cubicBezTo>
                  <a:pt x="1765" y="1398"/>
                  <a:pt x="1762" y="1406"/>
                  <a:pt x="1762" y="1415"/>
                </a:cubicBezTo>
                <a:cubicBezTo>
                  <a:pt x="1762" y="1423"/>
                  <a:pt x="1765" y="1431"/>
                  <a:pt x="1771" y="1437"/>
                </a:cubicBezTo>
                <a:cubicBezTo>
                  <a:pt x="1777" y="1443"/>
                  <a:pt x="1785" y="1446"/>
                  <a:pt x="1794" y="1446"/>
                </a:cubicBezTo>
                <a:moveTo>
                  <a:pt x="1976" y="1607"/>
                </a:moveTo>
                <a:cubicBezTo>
                  <a:pt x="1984" y="1607"/>
                  <a:pt x="1992" y="1603"/>
                  <a:pt x="1998" y="1597"/>
                </a:cubicBezTo>
                <a:cubicBezTo>
                  <a:pt x="2004" y="1592"/>
                  <a:pt x="2008" y="1583"/>
                  <a:pt x="2008" y="1575"/>
                </a:cubicBezTo>
                <a:cubicBezTo>
                  <a:pt x="2008" y="1567"/>
                  <a:pt x="2004" y="1559"/>
                  <a:pt x="1998" y="1553"/>
                </a:cubicBezTo>
                <a:cubicBezTo>
                  <a:pt x="1992" y="1547"/>
                  <a:pt x="1984" y="1543"/>
                  <a:pt x="1976" y="1543"/>
                </a:cubicBezTo>
                <a:cubicBezTo>
                  <a:pt x="1968" y="1543"/>
                  <a:pt x="1960" y="1547"/>
                  <a:pt x="1954" y="1553"/>
                </a:cubicBezTo>
                <a:cubicBezTo>
                  <a:pt x="1948" y="1559"/>
                  <a:pt x="1944" y="1567"/>
                  <a:pt x="1944" y="1575"/>
                </a:cubicBezTo>
                <a:cubicBezTo>
                  <a:pt x="1944" y="1583"/>
                  <a:pt x="1948" y="1592"/>
                  <a:pt x="1954" y="1597"/>
                </a:cubicBezTo>
                <a:cubicBezTo>
                  <a:pt x="1960" y="1603"/>
                  <a:pt x="1968" y="1607"/>
                  <a:pt x="1976" y="1607"/>
                </a:cubicBezTo>
                <a:moveTo>
                  <a:pt x="1992" y="1752"/>
                </a:moveTo>
                <a:cubicBezTo>
                  <a:pt x="2001" y="1752"/>
                  <a:pt x="2009" y="1749"/>
                  <a:pt x="2015" y="1743"/>
                </a:cubicBezTo>
                <a:cubicBezTo>
                  <a:pt x="2021" y="1737"/>
                  <a:pt x="2024" y="1729"/>
                  <a:pt x="2024" y="1721"/>
                </a:cubicBezTo>
                <a:cubicBezTo>
                  <a:pt x="2024" y="1712"/>
                  <a:pt x="2021" y="1704"/>
                  <a:pt x="2015" y="1698"/>
                </a:cubicBezTo>
                <a:cubicBezTo>
                  <a:pt x="2009" y="1693"/>
                  <a:pt x="2001" y="1689"/>
                  <a:pt x="1992" y="1689"/>
                </a:cubicBezTo>
                <a:cubicBezTo>
                  <a:pt x="1984" y="1689"/>
                  <a:pt x="1976" y="1693"/>
                  <a:pt x="1970" y="1698"/>
                </a:cubicBezTo>
                <a:cubicBezTo>
                  <a:pt x="1964" y="1704"/>
                  <a:pt x="1961" y="1712"/>
                  <a:pt x="1961" y="1721"/>
                </a:cubicBezTo>
                <a:cubicBezTo>
                  <a:pt x="1961" y="1729"/>
                  <a:pt x="1964" y="1737"/>
                  <a:pt x="1970" y="1743"/>
                </a:cubicBezTo>
                <a:cubicBezTo>
                  <a:pt x="1976" y="1749"/>
                  <a:pt x="1984" y="1752"/>
                  <a:pt x="1992" y="1752"/>
                </a:cubicBezTo>
                <a:moveTo>
                  <a:pt x="2008" y="1423"/>
                </a:moveTo>
                <a:cubicBezTo>
                  <a:pt x="2017" y="1423"/>
                  <a:pt x="2025" y="1420"/>
                  <a:pt x="2031" y="1414"/>
                </a:cubicBezTo>
                <a:cubicBezTo>
                  <a:pt x="2037" y="1408"/>
                  <a:pt x="2040" y="1400"/>
                  <a:pt x="2040" y="1391"/>
                </a:cubicBezTo>
                <a:cubicBezTo>
                  <a:pt x="2040" y="1383"/>
                  <a:pt x="2037" y="1375"/>
                  <a:pt x="2031" y="1369"/>
                </a:cubicBezTo>
                <a:cubicBezTo>
                  <a:pt x="2025" y="1363"/>
                  <a:pt x="2017" y="1360"/>
                  <a:pt x="2008" y="1360"/>
                </a:cubicBezTo>
                <a:cubicBezTo>
                  <a:pt x="2000" y="1360"/>
                  <a:pt x="1992" y="1363"/>
                  <a:pt x="1986" y="1369"/>
                </a:cubicBezTo>
                <a:cubicBezTo>
                  <a:pt x="1980" y="1375"/>
                  <a:pt x="1977" y="1383"/>
                  <a:pt x="1977" y="1391"/>
                </a:cubicBezTo>
                <a:cubicBezTo>
                  <a:pt x="1977" y="1400"/>
                  <a:pt x="1980" y="1408"/>
                  <a:pt x="1986" y="1414"/>
                </a:cubicBezTo>
                <a:cubicBezTo>
                  <a:pt x="1992" y="1420"/>
                  <a:pt x="2000" y="1423"/>
                  <a:pt x="2008" y="1423"/>
                </a:cubicBezTo>
                <a:moveTo>
                  <a:pt x="2013" y="1033"/>
                </a:moveTo>
                <a:cubicBezTo>
                  <a:pt x="2021" y="1033"/>
                  <a:pt x="2029" y="1030"/>
                  <a:pt x="2035" y="1024"/>
                </a:cubicBezTo>
                <a:cubicBezTo>
                  <a:pt x="2041" y="1018"/>
                  <a:pt x="2044" y="1010"/>
                  <a:pt x="2044" y="1002"/>
                </a:cubicBezTo>
                <a:cubicBezTo>
                  <a:pt x="2044" y="993"/>
                  <a:pt x="2041" y="985"/>
                  <a:pt x="2035" y="979"/>
                </a:cubicBezTo>
                <a:cubicBezTo>
                  <a:pt x="2029" y="973"/>
                  <a:pt x="2021" y="970"/>
                  <a:pt x="2013" y="970"/>
                </a:cubicBezTo>
                <a:cubicBezTo>
                  <a:pt x="2004" y="970"/>
                  <a:pt x="1996" y="973"/>
                  <a:pt x="1990" y="979"/>
                </a:cubicBezTo>
                <a:cubicBezTo>
                  <a:pt x="1984" y="985"/>
                  <a:pt x="1981" y="993"/>
                  <a:pt x="1981" y="1002"/>
                </a:cubicBezTo>
                <a:cubicBezTo>
                  <a:pt x="1981" y="1010"/>
                  <a:pt x="1984" y="1018"/>
                  <a:pt x="1990" y="1024"/>
                </a:cubicBezTo>
                <a:cubicBezTo>
                  <a:pt x="1996" y="1030"/>
                  <a:pt x="2004" y="1033"/>
                  <a:pt x="2013" y="1033"/>
                </a:cubicBezTo>
                <a:moveTo>
                  <a:pt x="2187" y="1549"/>
                </a:moveTo>
                <a:cubicBezTo>
                  <a:pt x="2195" y="1549"/>
                  <a:pt x="2203" y="1546"/>
                  <a:pt x="2209" y="1540"/>
                </a:cubicBezTo>
                <a:cubicBezTo>
                  <a:pt x="2215" y="1534"/>
                  <a:pt x="2219" y="1526"/>
                  <a:pt x="2219" y="1518"/>
                </a:cubicBezTo>
                <a:cubicBezTo>
                  <a:pt x="2219" y="1509"/>
                  <a:pt x="2215" y="1501"/>
                  <a:pt x="2209" y="1495"/>
                </a:cubicBezTo>
                <a:cubicBezTo>
                  <a:pt x="2203" y="1489"/>
                  <a:pt x="2195" y="1486"/>
                  <a:pt x="2187" y="1486"/>
                </a:cubicBezTo>
                <a:cubicBezTo>
                  <a:pt x="2179" y="1486"/>
                  <a:pt x="2170" y="1489"/>
                  <a:pt x="2165" y="1495"/>
                </a:cubicBezTo>
                <a:cubicBezTo>
                  <a:pt x="2159" y="1501"/>
                  <a:pt x="2155" y="1509"/>
                  <a:pt x="2155" y="1518"/>
                </a:cubicBezTo>
                <a:cubicBezTo>
                  <a:pt x="2155" y="1526"/>
                  <a:pt x="2159" y="1534"/>
                  <a:pt x="2165" y="1540"/>
                </a:cubicBezTo>
                <a:cubicBezTo>
                  <a:pt x="2170" y="1546"/>
                  <a:pt x="2179" y="1549"/>
                  <a:pt x="2187" y="1549"/>
                </a:cubicBezTo>
                <a:moveTo>
                  <a:pt x="2248" y="578"/>
                </a:moveTo>
                <a:cubicBezTo>
                  <a:pt x="2256" y="578"/>
                  <a:pt x="2264" y="575"/>
                  <a:pt x="2270" y="569"/>
                </a:cubicBezTo>
                <a:cubicBezTo>
                  <a:pt x="2276" y="563"/>
                  <a:pt x="2279" y="555"/>
                  <a:pt x="2279" y="547"/>
                </a:cubicBezTo>
                <a:cubicBezTo>
                  <a:pt x="2279" y="538"/>
                  <a:pt x="2276" y="530"/>
                  <a:pt x="2270" y="524"/>
                </a:cubicBezTo>
                <a:cubicBezTo>
                  <a:pt x="2264" y="518"/>
                  <a:pt x="2256" y="515"/>
                  <a:pt x="2248" y="515"/>
                </a:cubicBezTo>
                <a:cubicBezTo>
                  <a:pt x="2239" y="515"/>
                  <a:pt x="2231" y="518"/>
                  <a:pt x="2225" y="524"/>
                </a:cubicBezTo>
                <a:cubicBezTo>
                  <a:pt x="2219" y="530"/>
                  <a:pt x="2216" y="538"/>
                  <a:pt x="2216" y="547"/>
                </a:cubicBezTo>
                <a:cubicBezTo>
                  <a:pt x="2216" y="555"/>
                  <a:pt x="2219" y="563"/>
                  <a:pt x="2225" y="569"/>
                </a:cubicBezTo>
                <a:cubicBezTo>
                  <a:pt x="2231" y="575"/>
                  <a:pt x="2239" y="578"/>
                  <a:pt x="2248" y="578"/>
                </a:cubicBezTo>
                <a:moveTo>
                  <a:pt x="2390" y="1563"/>
                </a:moveTo>
                <a:cubicBezTo>
                  <a:pt x="2398" y="1563"/>
                  <a:pt x="2406" y="1560"/>
                  <a:pt x="2412" y="1554"/>
                </a:cubicBezTo>
                <a:cubicBezTo>
                  <a:pt x="2418" y="1548"/>
                  <a:pt x="2421" y="1540"/>
                  <a:pt x="2421" y="1532"/>
                </a:cubicBezTo>
                <a:cubicBezTo>
                  <a:pt x="2421" y="1523"/>
                  <a:pt x="2418" y="1515"/>
                  <a:pt x="2412" y="1509"/>
                </a:cubicBezTo>
                <a:cubicBezTo>
                  <a:pt x="2406" y="1503"/>
                  <a:pt x="2398" y="1500"/>
                  <a:pt x="2390" y="1500"/>
                </a:cubicBezTo>
                <a:cubicBezTo>
                  <a:pt x="2381" y="1500"/>
                  <a:pt x="2373" y="1503"/>
                  <a:pt x="2367" y="1509"/>
                </a:cubicBezTo>
                <a:cubicBezTo>
                  <a:pt x="2361" y="1515"/>
                  <a:pt x="2358" y="1523"/>
                  <a:pt x="2358" y="1532"/>
                </a:cubicBezTo>
                <a:cubicBezTo>
                  <a:pt x="2358" y="1540"/>
                  <a:pt x="2361" y="1548"/>
                  <a:pt x="2367" y="1554"/>
                </a:cubicBezTo>
                <a:cubicBezTo>
                  <a:pt x="2373" y="1560"/>
                  <a:pt x="2381" y="1563"/>
                  <a:pt x="2390" y="1563"/>
                </a:cubicBezTo>
                <a:moveTo>
                  <a:pt x="2524" y="1417"/>
                </a:moveTo>
                <a:cubicBezTo>
                  <a:pt x="2532" y="1417"/>
                  <a:pt x="2540" y="1413"/>
                  <a:pt x="2546" y="1407"/>
                </a:cubicBezTo>
                <a:cubicBezTo>
                  <a:pt x="2552" y="1401"/>
                  <a:pt x="2555" y="1393"/>
                  <a:pt x="2555" y="1385"/>
                </a:cubicBezTo>
                <a:cubicBezTo>
                  <a:pt x="2555" y="1377"/>
                  <a:pt x="2552" y="1368"/>
                  <a:pt x="2546" y="1363"/>
                </a:cubicBezTo>
                <a:cubicBezTo>
                  <a:pt x="2540" y="1357"/>
                  <a:pt x="2532" y="1353"/>
                  <a:pt x="2524" y="1353"/>
                </a:cubicBezTo>
                <a:cubicBezTo>
                  <a:pt x="2515" y="1353"/>
                  <a:pt x="2507" y="1357"/>
                  <a:pt x="2501" y="1363"/>
                </a:cubicBezTo>
                <a:cubicBezTo>
                  <a:pt x="2495" y="1368"/>
                  <a:pt x="2492" y="1377"/>
                  <a:pt x="2492" y="1385"/>
                </a:cubicBezTo>
                <a:cubicBezTo>
                  <a:pt x="2492" y="1393"/>
                  <a:pt x="2495" y="1401"/>
                  <a:pt x="2501" y="1407"/>
                </a:cubicBezTo>
                <a:cubicBezTo>
                  <a:pt x="2507" y="1413"/>
                  <a:pt x="2515" y="1417"/>
                  <a:pt x="2524" y="1417"/>
                </a:cubicBezTo>
                <a:moveTo>
                  <a:pt x="2767" y="577"/>
                </a:moveTo>
                <a:cubicBezTo>
                  <a:pt x="2775" y="577"/>
                  <a:pt x="2783" y="573"/>
                  <a:pt x="2789" y="567"/>
                </a:cubicBezTo>
                <a:cubicBezTo>
                  <a:pt x="2795" y="561"/>
                  <a:pt x="2798" y="553"/>
                  <a:pt x="2798" y="545"/>
                </a:cubicBezTo>
                <a:cubicBezTo>
                  <a:pt x="2798" y="537"/>
                  <a:pt x="2795" y="529"/>
                  <a:pt x="2789" y="523"/>
                </a:cubicBezTo>
                <a:cubicBezTo>
                  <a:pt x="2783" y="517"/>
                  <a:pt x="2775" y="513"/>
                  <a:pt x="2767" y="513"/>
                </a:cubicBezTo>
                <a:cubicBezTo>
                  <a:pt x="2758" y="513"/>
                  <a:pt x="2750" y="517"/>
                  <a:pt x="2744" y="523"/>
                </a:cubicBezTo>
                <a:cubicBezTo>
                  <a:pt x="2739" y="529"/>
                  <a:pt x="2735" y="537"/>
                  <a:pt x="2735" y="545"/>
                </a:cubicBezTo>
                <a:cubicBezTo>
                  <a:pt x="2735" y="553"/>
                  <a:pt x="2739" y="561"/>
                  <a:pt x="2744" y="567"/>
                </a:cubicBezTo>
                <a:cubicBezTo>
                  <a:pt x="2750" y="573"/>
                  <a:pt x="2758" y="577"/>
                  <a:pt x="2767" y="577"/>
                </a:cubicBezTo>
                <a:moveTo>
                  <a:pt x="3071" y="396"/>
                </a:moveTo>
                <a:cubicBezTo>
                  <a:pt x="3079" y="396"/>
                  <a:pt x="3087" y="393"/>
                  <a:pt x="3093" y="387"/>
                </a:cubicBezTo>
                <a:cubicBezTo>
                  <a:pt x="3099" y="381"/>
                  <a:pt x="3103" y="373"/>
                  <a:pt x="3103" y="364"/>
                </a:cubicBezTo>
                <a:cubicBezTo>
                  <a:pt x="3103" y="356"/>
                  <a:pt x="3099" y="348"/>
                  <a:pt x="3093" y="342"/>
                </a:cubicBezTo>
                <a:cubicBezTo>
                  <a:pt x="3087" y="336"/>
                  <a:pt x="3079" y="333"/>
                  <a:pt x="3071" y="333"/>
                </a:cubicBezTo>
                <a:cubicBezTo>
                  <a:pt x="3063" y="333"/>
                  <a:pt x="3055" y="336"/>
                  <a:pt x="3049" y="342"/>
                </a:cubicBezTo>
                <a:cubicBezTo>
                  <a:pt x="3043" y="348"/>
                  <a:pt x="3039" y="356"/>
                  <a:pt x="3039" y="364"/>
                </a:cubicBezTo>
                <a:cubicBezTo>
                  <a:pt x="3039" y="373"/>
                  <a:pt x="3043" y="381"/>
                  <a:pt x="3049" y="387"/>
                </a:cubicBezTo>
                <a:cubicBezTo>
                  <a:pt x="3055" y="393"/>
                  <a:pt x="3063" y="396"/>
                  <a:pt x="3071" y="396"/>
                </a:cubicBezTo>
                <a:moveTo>
                  <a:pt x="3185" y="512"/>
                </a:moveTo>
                <a:cubicBezTo>
                  <a:pt x="3193" y="512"/>
                  <a:pt x="3201" y="508"/>
                  <a:pt x="3207" y="502"/>
                </a:cubicBezTo>
                <a:cubicBezTo>
                  <a:pt x="3213" y="496"/>
                  <a:pt x="3216" y="488"/>
                  <a:pt x="3216" y="480"/>
                </a:cubicBezTo>
                <a:cubicBezTo>
                  <a:pt x="3216" y="471"/>
                  <a:pt x="3213" y="463"/>
                  <a:pt x="3207" y="458"/>
                </a:cubicBezTo>
                <a:cubicBezTo>
                  <a:pt x="3201" y="452"/>
                  <a:pt x="3193" y="448"/>
                  <a:pt x="3185" y="448"/>
                </a:cubicBezTo>
                <a:cubicBezTo>
                  <a:pt x="3176" y="448"/>
                  <a:pt x="3168" y="452"/>
                  <a:pt x="3162" y="458"/>
                </a:cubicBezTo>
                <a:cubicBezTo>
                  <a:pt x="3156" y="463"/>
                  <a:pt x="3153" y="471"/>
                  <a:pt x="3153" y="480"/>
                </a:cubicBezTo>
                <a:cubicBezTo>
                  <a:pt x="3153" y="488"/>
                  <a:pt x="3156" y="496"/>
                  <a:pt x="3162" y="502"/>
                </a:cubicBezTo>
                <a:cubicBezTo>
                  <a:pt x="3168" y="508"/>
                  <a:pt x="3176" y="512"/>
                  <a:pt x="3185" y="512"/>
                </a:cubicBezTo>
                <a:moveTo>
                  <a:pt x="3189" y="406"/>
                </a:moveTo>
                <a:cubicBezTo>
                  <a:pt x="3197" y="406"/>
                  <a:pt x="3205" y="402"/>
                  <a:pt x="3211" y="396"/>
                </a:cubicBezTo>
                <a:cubicBezTo>
                  <a:pt x="3217" y="390"/>
                  <a:pt x="3220" y="382"/>
                  <a:pt x="3220" y="374"/>
                </a:cubicBezTo>
                <a:cubicBezTo>
                  <a:pt x="3220" y="366"/>
                  <a:pt x="3217" y="358"/>
                  <a:pt x="3211" y="352"/>
                </a:cubicBezTo>
                <a:cubicBezTo>
                  <a:pt x="3205" y="346"/>
                  <a:pt x="3197" y="342"/>
                  <a:pt x="3189" y="342"/>
                </a:cubicBezTo>
                <a:cubicBezTo>
                  <a:pt x="3180" y="342"/>
                  <a:pt x="3172" y="346"/>
                  <a:pt x="3166" y="352"/>
                </a:cubicBezTo>
                <a:cubicBezTo>
                  <a:pt x="3160" y="358"/>
                  <a:pt x="3157" y="366"/>
                  <a:pt x="3157" y="374"/>
                </a:cubicBezTo>
                <a:cubicBezTo>
                  <a:pt x="3157" y="382"/>
                  <a:pt x="3160" y="390"/>
                  <a:pt x="3166" y="396"/>
                </a:cubicBezTo>
                <a:cubicBezTo>
                  <a:pt x="3172" y="402"/>
                  <a:pt x="3180" y="406"/>
                  <a:pt x="3189" y="406"/>
                </a:cubicBezTo>
                <a:moveTo>
                  <a:pt x="3529" y="486"/>
                </a:moveTo>
                <a:cubicBezTo>
                  <a:pt x="3538" y="486"/>
                  <a:pt x="3546" y="483"/>
                  <a:pt x="3552" y="477"/>
                </a:cubicBezTo>
                <a:cubicBezTo>
                  <a:pt x="3558" y="471"/>
                  <a:pt x="3561" y="463"/>
                  <a:pt x="3561" y="455"/>
                </a:cubicBezTo>
                <a:cubicBezTo>
                  <a:pt x="3561" y="446"/>
                  <a:pt x="3558" y="438"/>
                  <a:pt x="3552" y="432"/>
                </a:cubicBezTo>
                <a:cubicBezTo>
                  <a:pt x="3546" y="426"/>
                  <a:pt x="3538" y="423"/>
                  <a:pt x="3529" y="423"/>
                </a:cubicBezTo>
                <a:cubicBezTo>
                  <a:pt x="3521" y="423"/>
                  <a:pt x="3513" y="426"/>
                  <a:pt x="3507" y="432"/>
                </a:cubicBezTo>
                <a:cubicBezTo>
                  <a:pt x="3501" y="438"/>
                  <a:pt x="3498" y="446"/>
                  <a:pt x="3498" y="455"/>
                </a:cubicBezTo>
                <a:cubicBezTo>
                  <a:pt x="3498" y="463"/>
                  <a:pt x="3501" y="471"/>
                  <a:pt x="3507" y="477"/>
                </a:cubicBezTo>
                <a:cubicBezTo>
                  <a:pt x="3513" y="483"/>
                  <a:pt x="3521" y="486"/>
                  <a:pt x="3529" y="486"/>
                </a:cubicBezTo>
                <a:moveTo>
                  <a:pt x="3541" y="478"/>
                </a:moveTo>
                <a:cubicBezTo>
                  <a:pt x="3550" y="478"/>
                  <a:pt x="3558" y="475"/>
                  <a:pt x="3564" y="469"/>
                </a:cubicBezTo>
                <a:cubicBezTo>
                  <a:pt x="3570" y="463"/>
                  <a:pt x="3573" y="455"/>
                  <a:pt x="3573" y="447"/>
                </a:cubicBezTo>
                <a:cubicBezTo>
                  <a:pt x="3573" y="438"/>
                  <a:pt x="3570" y="430"/>
                  <a:pt x="3564" y="424"/>
                </a:cubicBezTo>
                <a:cubicBezTo>
                  <a:pt x="3558" y="419"/>
                  <a:pt x="3550" y="415"/>
                  <a:pt x="3541" y="415"/>
                </a:cubicBezTo>
                <a:cubicBezTo>
                  <a:pt x="3533" y="415"/>
                  <a:pt x="3525" y="419"/>
                  <a:pt x="3519" y="424"/>
                </a:cubicBezTo>
                <a:cubicBezTo>
                  <a:pt x="3513" y="430"/>
                  <a:pt x="3510" y="438"/>
                  <a:pt x="3510" y="447"/>
                </a:cubicBezTo>
                <a:cubicBezTo>
                  <a:pt x="3510" y="455"/>
                  <a:pt x="3513" y="463"/>
                  <a:pt x="3519" y="469"/>
                </a:cubicBezTo>
                <a:cubicBezTo>
                  <a:pt x="3525" y="475"/>
                  <a:pt x="3533" y="478"/>
                  <a:pt x="3541" y="478"/>
                </a:cubicBezTo>
                <a:moveTo>
                  <a:pt x="3562" y="579"/>
                </a:moveTo>
                <a:cubicBezTo>
                  <a:pt x="3570" y="579"/>
                  <a:pt x="3578" y="576"/>
                  <a:pt x="3584" y="570"/>
                </a:cubicBezTo>
                <a:cubicBezTo>
                  <a:pt x="3590" y="564"/>
                  <a:pt x="3593" y="556"/>
                  <a:pt x="3593" y="548"/>
                </a:cubicBezTo>
                <a:cubicBezTo>
                  <a:pt x="3593" y="539"/>
                  <a:pt x="3590" y="531"/>
                  <a:pt x="3584" y="525"/>
                </a:cubicBezTo>
                <a:cubicBezTo>
                  <a:pt x="3578" y="520"/>
                  <a:pt x="3570" y="516"/>
                  <a:pt x="3562" y="516"/>
                </a:cubicBezTo>
                <a:cubicBezTo>
                  <a:pt x="3553" y="516"/>
                  <a:pt x="3545" y="520"/>
                  <a:pt x="3539" y="525"/>
                </a:cubicBezTo>
                <a:cubicBezTo>
                  <a:pt x="3533" y="531"/>
                  <a:pt x="3530" y="539"/>
                  <a:pt x="3530" y="548"/>
                </a:cubicBezTo>
                <a:cubicBezTo>
                  <a:pt x="3530" y="556"/>
                  <a:pt x="3533" y="564"/>
                  <a:pt x="3539" y="570"/>
                </a:cubicBezTo>
                <a:cubicBezTo>
                  <a:pt x="3545" y="576"/>
                  <a:pt x="3553" y="579"/>
                  <a:pt x="3562" y="579"/>
                </a:cubicBezTo>
                <a:moveTo>
                  <a:pt x="3700" y="305"/>
                </a:moveTo>
                <a:cubicBezTo>
                  <a:pt x="3708" y="305"/>
                  <a:pt x="3716" y="302"/>
                  <a:pt x="3722" y="296"/>
                </a:cubicBezTo>
                <a:cubicBezTo>
                  <a:pt x="3728" y="290"/>
                  <a:pt x="3731" y="282"/>
                  <a:pt x="3731" y="273"/>
                </a:cubicBezTo>
                <a:cubicBezTo>
                  <a:pt x="3731" y="265"/>
                  <a:pt x="3728" y="257"/>
                  <a:pt x="3722" y="251"/>
                </a:cubicBezTo>
                <a:cubicBezTo>
                  <a:pt x="3716" y="245"/>
                  <a:pt x="3708" y="242"/>
                  <a:pt x="3700" y="242"/>
                </a:cubicBezTo>
                <a:cubicBezTo>
                  <a:pt x="3691" y="242"/>
                  <a:pt x="3683" y="245"/>
                  <a:pt x="3677" y="251"/>
                </a:cubicBezTo>
                <a:cubicBezTo>
                  <a:pt x="3671" y="257"/>
                  <a:pt x="3668" y="265"/>
                  <a:pt x="3668" y="273"/>
                </a:cubicBezTo>
                <a:cubicBezTo>
                  <a:pt x="3668" y="282"/>
                  <a:pt x="3671" y="290"/>
                  <a:pt x="3677" y="296"/>
                </a:cubicBezTo>
                <a:cubicBezTo>
                  <a:pt x="3683" y="302"/>
                  <a:pt x="3691" y="305"/>
                  <a:pt x="3700" y="305"/>
                </a:cubicBezTo>
                <a:moveTo>
                  <a:pt x="3724" y="153"/>
                </a:moveTo>
                <a:cubicBezTo>
                  <a:pt x="3732" y="153"/>
                  <a:pt x="3740" y="149"/>
                  <a:pt x="3746" y="144"/>
                </a:cubicBezTo>
                <a:cubicBezTo>
                  <a:pt x="3752" y="138"/>
                  <a:pt x="3755" y="130"/>
                  <a:pt x="3755" y="121"/>
                </a:cubicBezTo>
                <a:cubicBezTo>
                  <a:pt x="3755" y="113"/>
                  <a:pt x="3752" y="105"/>
                  <a:pt x="3746" y="99"/>
                </a:cubicBezTo>
                <a:cubicBezTo>
                  <a:pt x="3740" y="93"/>
                  <a:pt x="3732" y="90"/>
                  <a:pt x="3724" y="90"/>
                </a:cubicBezTo>
                <a:cubicBezTo>
                  <a:pt x="3715" y="90"/>
                  <a:pt x="3707" y="93"/>
                  <a:pt x="3702" y="99"/>
                </a:cubicBezTo>
                <a:cubicBezTo>
                  <a:pt x="3696" y="105"/>
                  <a:pt x="3692" y="113"/>
                  <a:pt x="3692" y="121"/>
                </a:cubicBezTo>
                <a:cubicBezTo>
                  <a:pt x="3692" y="130"/>
                  <a:pt x="3696" y="138"/>
                  <a:pt x="3702" y="144"/>
                </a:cubicBezTo>
                <a:cubicBezTo>
                  <a:pt x="3707" y="149"/>
                  <a:pt x="3715" y="153"/>
                  <a:pt x="3724" y="153"/>
                </a:cubicBezTo>
                <a:moveTo>
                  <a:pt x="3728" y="315"/>
                </a:moveTo>
                <a:cubicBezTo>
                  <a:pt x="3736" y="315"/>
                  <a:pt x="3744" y="312"/>
                  <a:pt x="3750" y="306"/>
                </a:cubicBezTo>
                <a:cubicBezTo>
                  <a:pt x="3756" y="300"/>
                  <a:pt x="3760" y="292"/>
                  <a:pt x="3760" y="284"/>
                </a:cubicBezTo>
                <a:cubicBezTo>
                  <a:pt x="3760" y="275"/>
                  <a:pt x="3756" y="267"/>
                  <a:pt x="3750" y="261"/>
                </a:cubicBezTo>
                <a:cubicBezTo>
                  <a:pt x="3744" y="256"/>
                  <a:pt x="3736" y="252"/>
                  <a:pt x="3728" y="252"/>
                </a:cubicBezTo>
                <a:cubicBezTo>
                  <a:pt x="3720" y="252"/>
                  <a:pt x="3711" y="256"/>
                  <a:pt x="3706" y="261"/>
                </a:cubicBezTo>
                <a:cubicBezTo>
                  <a:pt x="3700" y="267"/>
                  <a:pt x="3696" y="275"/>
                  <a:pt x="3696" y="284"/>
                </a:cubicBezTo>
                <a:cubicBezTo>
                  <a:pt x="3696" y="292"/>
                  <a:pt x="3700" y="300"/>
                  <a:pt x="3706" y="306"/>
                </a:cubicBezTo>
                <a:cubicBezTo>
                  <a:pt x="3711" y="312"/>
                  <a:pt x="3720" y="315"/>
                  <a:pt x="3728" y="315"/>
                </a:cubicBezTo>
                <a:moveTo>
                  <a:pt x="3732" y="266"/>
                </a:moveTo>
                <a:cubicBezTo>
                  <a:pt x="3740" y="266"/>
                  <a:pt x="3748" y="263"/>
                  <a:pt x="3754" y="257"/>
                </a:cubicBezTo>
                <a:cubicBezTo>
                  <a:pt x="3760" y="251"/>
                  <a:pt x="3764" y="243"/>
                  <a:pt x="3764" y="234"/>
                </a:cubicBezTo>
                <a:cubicBezTo>
                  <a:pt x="3764" y="226"/>
                  <a:pt x="3760" y="218"/>
                  <a:pt x="3754" y="212"/>
                </a:cubicBezTo>
                <a:cubicBezTo>
                  <a:pt x="3748" y="206"/>
                  <a:pt x="3740" y="203"/>
                  <a:pt x="3732" y="203"/>
                </a:cubicBezTo>
                <a:cubicBezTo>
                  <a:pt x="3724" y="203"/>
                  <a:pt x="3716" y="206"/>
                  <a:pt x="3710" y="212"/>
                </a:cubicBezTo>
                <a:cubicBezTo>
                  <a:pt x="3704" y="218"/>
                  <a:pt x="3700" y="226"/>
                  <a:pt x="3700" y="234"/>
                </a:cubicBezTo>
                <a:cubicBezTo>
                  <a:pt x="3700" y="243"/>
                  <a:pt x="3704" y="251"/>
                  <a:pt x="3710" y="257"/>
                </a:cubicBezTo>
                <a:cubicBezTo>
                  <a:pt x="3716" y="263"/>
                  <a:pt x="3724" y="266"/>
                  <a:pt x="3732" y="266"/>
                </a:cubicBezTo>
                <a:moveTo>
                  <a:pt x="3785" y="534"/>
                </a:moveTo>
                <a:cubicBezTo>
                  <a:pt x="3793" y="534"/>
                  <a:pt x="3801" y="530"/>
                  <a:pt x="3807" y="524"/>
                </a:cubicBezTo>
                <a:cubicBezTo>
                  <a:pt x="3813" y="518"/>
                  <a:pt x="3816" y="510"/>
                  <a:pt x="3816" y="502"/>
                </a:cubicBezTo>
                <a:cubicBezTo>
                  <a:pt x="3816" y="494"/>
                  <a:pt x="3813" y="486"/>
                  <a:pt x="3807" y="480"/>
                </a:cubicBezTo>
                <a:cubicBezTo>
                  <a:pt x="3801" y="474"/>
                  <a:pt x="3793" y="470"/>
                  <a:pt x="3785" y="470"/>
                </a:cubicBezTo>
                <a:cubicBezTo>
                  <a:pt x="3776" y="470"/>
                  <a:pt x="3768" y="474"/>
                  <a:pt x="3762" y="480"/>
                </a:cubicBezTo>
                <a:cubicBezTo>
                  <a:pt x="3756" y="486"/>
                  <a:pt x="3753" y="494"/>
                  <a:pt x="3753" y="502"/>
                </a:cubicBezTo>
                <a:cubicBezTo>
                  <a:pt x="3753" y="510"/>
                  <a:pt x="3756" y="518"/>
                  <a:pt x="3762" y="524"/>
                </a:cubicBezTo>
                <a:cubicBezTo>
                  <a:pt x="3768" y="530"/>
                  <a:pt x="3776" y="534"/>
                  <a:pt x="3785" y="534"/>
                </a:cubicBezTo>
                <a:moveTo>
                  <a:pt x="3825" y="419"/>
                </a:moveTo>
                <a:cubicBezTo>
                  <a:pt x="3834" y="419"/>
                  <a:pt x="3842" y="416"/>
                  <a:pt x="3848" y="410"/>
                </a:cubicBezTo>
                <a:cubicBezTo>
                  <a:pt x="3854" y="404"/>
                  <a:pt x="3857" y="396"/>
                  <a:pt x="3857" y="388"/>
                </a:cubicBezTo>
                <a:cubicBezTo>
                  <a:pt x="3857" y="379"/>
                  <a:pt x="3854" y="371"/>
                  <a:pt x="3848" y="365"/>
                </a:cubicBezTo>
                <a:cubicBezTo>
                  <a:pt x="3842" y="359"/>
                  <a:pt x="3834" y="356"/>
                  <a:pt x="3825" y="356"/>
                </a:cubicBezTo>
                <a:cubicBezTo>
                  <a:pt x="3817" y="356"/>
                  <a:pt x="3809" y="359"/>
                  <a:pt x="3803" y="365"/>
                </a:cubicBezTo>
                <a:cubicBezTo>
                  <a:pt x="3797" y="371"/>
                  <a:pt x="3794" y="379"/>
                  <a:pt x="3794" y="388"/>
                </a:cubicBezTo>
                <a:cubicBezTo>
                  <a:pt x="3794" y="396"/>
                  <a:pt x="3797" y="404"/>
                  <a:pt x="3803" y="410"/>
                </a:cubicBezTo>
                <a:cubicBezTo>
                  <a:pt x="3809" y="416"/>
                  <a:pt x="3817" y="419"/>
                  <a:pt x="3825" y="419"/>
                </a:cubicBezTo>
                <a:moveTo>
                  <a:pt x="3829" y="731"/>
                </a:moveTo>
                <a:cubicBezTo>
                  <a:pt x="3838" y="731"/>
                  <a:pt x="3846" y="728"/>
                  <a:pt x="3852" y="722"/>
                </a:cubicBezTo>
                <a:cubicBezTo>
                  <a:pt x="3858" y="716"/>
                  <a:pt x="3861" y="708"/>
                  <a:pt x="3861" y="700"/>
                </a:cubicBezTo>
                <a:cubicBezTo>
                  <a:pt x="3861" y="691"/>
                  <a:pt x="3858" y="683"/>
                  <a:pt x="3852" y="677"/>
                </a:cubicBezTo>
                <a:cubicBezTo>
                  <a:pt x="3846" y="671"/>
                  <a:pt x="3838" y="668"/>
                  <a:pt x="3829" y="668"/>
                </a:cubicBezTo>
                <a:cubicBezTo>
                  <a:pt x="3821" y="668"/>
                  <a:pt x="3813" y="671"/>
                  <a:pt x="3807" y="677"/>
                </a:cubicBezTo>
                <a:cubicBezTo>
                  <a:pt x="3801" y="683"/>
                  <a:pt x="3798" y="691"/>
                  <a:pt x="3798" y="700"/>
                </a:cubicBezTo>
                <a:cubicBezTo>
                  <a:pt x="3798" y="708"/>
                  <a:pt x="3801" y="716"/>
                  <a:pt x="3807" y="722"/>
                </a:cubicBezTo>
                <a:cubicBezTo>
                  <a:pt x="3813" y="728"/>
                  <a:pt x="3821" y="731"/>
                  <a:pt x="3829" y="731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6" name="textbox 116"/>
          <p:cNvSpPr/>
          <p:nvPr/>
        </p:nvSpPr>
        <p:spPr>
          <a:xfrm>
            <a:off x="350735" y="533967"/>
            <a:ext cx="243204" cy="7888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55"/>
              </a:lnSpc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100%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880" algn="l" rtl="0" eaLnBrk="0">
              <a:lnSpc>
                <a:spcPts val="955"/>
              </a:lnSpc>
              <a:spcBef>
                <a:spcPts val="219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80%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244" algn="l" rtl="0" eaLnBrk="0">
              <a:lnSpc>
                <a:spcPts val="955"/>
              </a:lnSpc>
              <a:spcBef>
                <a:spcPts val="219"/>
              </a:spcBef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60%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3339" algn="l" rtl="0" eaLnBrk="0">
              <a:lnSpc>
                <a:spcPts val="955"/>
              </a:lnSpc>
              <a:spcBef>
                <a:spcPts val="219"/>
              </a:spcBef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40%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4610" algn="l" rtl="0" eaLnBrk="0">
              <a:lnSpc>
                <a:spcPts val="955"/>
              </a:lnSpc>
              <a:spcBef>
                <a:spcPts val="219"/>
              </a:spcBef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20%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8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5"/>
              </a:lnSpc>
              <a:spcBef>
                <a:spcPts val="219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0%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5"/>
              </a:lnSpc>
              <a:spcBef>
                <a:spcPts val="218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</a:t>
            </a: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5"/>
              </a:lnSpc>
              <a:spcBef>
                <a:spcPts val="111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</a:t>
            </a:r>
            <a:endParaRPr sz="700" dirty="0">
              <a:latin typeface="Arial"/>
              <a:ea typeface="Arial"/>
              <a:cs typeface="Arial"/>
            </a:endParaRPr>
          </a:p>
          <a:p>
            <a:pPr marL="59055" algn="l" rtl="0" eaLnBrk="0">
              <a:lnSpc>
                <a:spcPts val="955"/>
              </a:lnSpc>
              <a:spcBef>
                <a:spcPts val="111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−0.5</a:t>
            </a:r>
            <a:endParaRPr sz="700" dirty="0">
              <a:latin typeface="Arial"/>
              <a:ea typeface="Arial"/>
              <a:cs typeface="Arial"/>
            </a:endParaRPr>
          </a:p>
          <a:p>
            <a:pPr marL="59055" algn="l" rtl="0" eaLnBrk="0">
              <a:lnSpc>
                <a:spcPts val="955"/>
              </a:lnSpc>
              <a:spcBef>
                <a:spcPts val="111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−1.0</a:t>
            </a:r>
            <a:endParaRPr sz="700" dirty="0">
              <a:latin typeface="Arial"/>
              <a:ea typeface="Arial"/>
              <a:cs typeface="Arial"/>
            </a:endParaRPr>
          </a:p>
          <a:p>
            <a:pPr marL="59055" algn="l" rtl="0" eaLnBrk="0">
              <a:lnSpc>
                <a:spcPts val="955"/>
              </a:lnSpc>
              <a:spcBef>
                <a:spcPts val="111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−1.5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055" indent="56514" algn="l" rtl="0" eaLnBrk="0">
              <a:lnSpc>
                <a:spcPct val="183000"/>
              </a:lnSpc>
              <a:spcBef>
                <a:spcPts val="213"/>
              </a:spcBef>
              <a:tabLst>
                <a:tab pos="109854" algn="l"/>
              </a:tabLst>
            </a:pP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1.0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−0.5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−1.0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−1.5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−2.0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5"/>
              </a:lnSpc>
              <a:spcBef>
                <a:spcPts val="217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0.5</a:t>
            </a: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55"/>
              </a:lnSpc>
              <a:spcBef>
                <a:spcPts val="933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0.0</a:t>
            </a:r>
            <a:endParaRPr sz="700" dirty="0">
              <a:latin typeface="Arial"/>
              <a:ea typeface="Arial"/>
              <a:cs typeface="Arial"/>
            </a:endParaRPr>
          </a:p>
          <a:p>
            <a:pPr marL="59055" algn="l" rtl="0" eaLnBrk="0">
              <a:lnSpc>
                <a:spcPts val="955"/>
              </a:lnSpc>
              <a:spcBef>
                <a:spcPts val="933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−0.5</a:t>
            </a:r>
            <a:endParaRPr sz="700" dirty="0">
              <a:latin typeface="Arial"/>
              <a:ea typeface="Arial"/>
              <a:cs typeface="Arial"/>
            </a:endParaRPr>
          </a:p>
          <a:p>
            <a:pPr marL="59055" algn="l" rtl="0" eaLnBrk="0">
              <a:lnSpc>
                <a:spcPts val="955"/>
              </a:lnSpc>
              <a:spcBef>
                <a:spcPts val="933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−1.0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59055" algn="l" rtl="0" eaLnBrk="0">
              <a:lnSpc>
                <a:spcPts val="955"/>
              </a:lnSpc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−1.5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18" name="path 118"/>
          <p:cNvSpPr/>
          <p:nvPr/>
        </p:nvSpPr>
        <p:spPr>
          <a:xfrm>
            <a:off x="11618968" y="7319317"/>
            <a:ext cx="1258711" cy="1170926"/>
          </a:xfrm>
          <a:custGeom>
            <a:avLst/>
            <a:gdLst/>
            <a:ahLst/>
            <a:cxnLst/>
            <a:rect l="0" t="0" r="0" b="0"/>
            <a:pathLst>
              <a:path w="1982" h="1843">
                <a:moveTo>
                  <a:pt x="38" y="1837"/>
                </a:moveTo>
                <a:cubicBezTo>
                  <a:pt x="46" y="1837"/>
                  <a:pt x="54" y="1834"/>
                  <a:pt x="60" y="1828"/>
                </a:cubicBezTo>
                <a:cubicBezTo>
                  <a:pt x="66" y="1822"/>
                  <a:pt x="69" y="1814"/>
                  <a:pt x="69" y="1805"/>
                </a:cubicBezTo>
                <a:cubicBezTo>
                  <a:pt x="69" y="1797"/>
                  <a:pt x="66" y="1789"/>
                  <a:pt x="60" y="1783"/>
                </a:cubicBezTo>
                <a:cubicBezTo>
                  <a:pt x="54" y="1777"/>
                  <a:pt x="46" y="1774"/>
                  <a:pt x="38" y="1774"/>
                </a:cubicBezTo>
                <a:cubicBezTo>
                  <a:pt x="29" y="1774"/>
                  <a:pt x="21" y="1777"/>
                  <a:pt x="15" y="1783"/>
                </a:cubicBezTo>
                <a:cubicBezTo>
                  <a:pt x="9" y="1789"/>
                  <a:pt x="6" y="1797"/>
                  <a:pt x="6" y="1805"/>
                </a:cubicBezTo>
                <a:cubicBezTo>
                  <a:pt x="6" y="1814"/>
                  <a:pt x="9" y="1822"/>
                  <a:pt x="15" y="1828"/>
                </a:cubicBezTo>
                <a:cubicBezTo>
                  <a:pt x="21" y="1834"/>
                  <a:pt x="29" y="1837"/>
                  <a:pt x="38" y="1837"/>
                </a:cubicBezTo>
                <a:moveTo>
                  <a:pt x="1700" y="221"/>
                </a:moveTo>
                <a:cubicBezTo>
                  <a:pt x="1709" y="221"/>
                  <a:pt x="1717" y="218"/>
                  <a:pt x="1723" y="212"/>
                </a:cubicBezTo>
                <a:cubicBezTo>
                  <a:pt x="1729" y="206"/>
                  <a:pt x="1732" y="198"/>
                  <a:pt x="1732" y="190"/>
                </a:cubicBezTo>
                <a:cubicBezTo>
                  <a:pt x="1732" y="181"/>
                  <a:pt x="1729" y="173"/>
                  <a:pt x="1723" y="167"/>
                </a:cubicBezTo>
                <a:cubicBezTo>
                  <a:pt x="1717" y="162"/>
                  <a:pt x="1709" y="158"/>
                  <a:pt x="1700" y="158"/>
                </a:cubicBezTo>
                <a:cubicBezTo>
                  <a:pt x="1692" y="158"/>
                  <a:pt x="1684" y="162"/>
                  <a:pt x="1678" y="167"/>
                </a:cubicBezTo>
                <a:cubicBezTo>
                  <a:pt x="1672" y="173"/>
                  <a:pt x="1669" y="181"/>
                  <a:pt x="1669" y="190"/>
                </a:cubicBezTo>
                <a:cubicBezTo>
                  <a:pt x="1669" y="198"/>
                  <a:pt x="1672" y="206"/>
                  <a:pt x="1678" y="212"/>
                </a:cubicBezTo>
                <a:cubicBezTo>
                  <a:pt x="1684" y="218"/>
                  <a:pt x="1692" y="221"/>
                  <a:pt x="1700" y="221"/>
                </a:cubicBezTo>
                <a:moveTo>
                  <a:pt x="1725" y="69"/>
                </a:moveTo>
                <a:cubicBezTo>
                  <a:pt x="1733" y="69"/>
                  <a:pt x="1741" y="66"/>
                  <a:pt x="1747" y="60"/>
                </a:cubicBezTo>
                <a:cubicBezTo>
                  <a:pt x="1753" y="54"/>
                  <a:pt x="1756" y="46"/>
                  <a:pt x="1756" y="38"/>
                </a:cubicBezTo>
                <a:cubicBezTo>
                  <a:pt x="1756" y="29"/>
                  <a:pt x="1753" y="21"/>
                  <a:pt x="1747" y="15"/>
                </a:cubicBezTo>
                <a:cubicBezTo>
                  <a:pt x="1741" y="9"/>
                  <a:pt x="1733" y="6"/>
                  <a:pt x="1725" y="6"/>
                </a:cubicBezTo>
                <a:cubicBezTo>
                  <a:pt x="1716" y="6"/>
                  <a:pt x="1708" y="9"/>
                  <a:pt x="1702" y="15"/>
                </a:cubicBezTo>
                <a:cubicBezTo>
                  <a:pt x="1696" y="21"/>
                  <a:pt x="1693" y="29"/>
                  <a:pt x="1693" y="38"/>
                </a:cubicBezTo>
                <a:cubicBezTo>
                  <a:pt x="1693" y="46"/>
                  <a:pt x="1696" y="54"/>
                  <a:pt x="1702" y="60"/>
                </a:cubicBezTo>
                <a:cubicBezTo>
                  <a:pt x="1708" y="66"/>
                  <a:pt x="1716" y="69"/>
                  <a:pt x="1725" y="69"/>
                </a:cubicBezTo>
                <a:moveTo>
                  <a:pt x="1729" y="232"/>
                </a:moveTo>
                <a:cubicBezTo>
                  <a:pt x="1737" y="232"/>
                  <a:pt x="1745" y="229"/>
                  <a:pt x="1751" y="223"/>
                </a:cubicBezTo>
                <a:cubicBezTo>
                  <a:pt x="1757" y="217"/>
                  <a:pt x="1760" y="209"/>
                  <a:pt x="1760" y="200"/>
                </a:cubicBezTo>
                <a:cubicBezTo>
                  <a:pt x="1760" y="192"/>
                  <a:pt x="1757" y="184"/>
                  <a:pt x="1751" y="178"/>
                </a:cubicBezTo>
                <a:cubicBezTo>
                  <a:pt x="1745" y="172"/>
                  <a:pt x="1737" y="169"/>
                  <a:pt x="1729" y="169"/>
                </a:cubicBezTo>
                <a:cubicBezTo>
                  <a:pt x="1720" y="169"/>
                  <a:pt x="1712" y="172"/>
                  <a:pt x="1706" y="178"/>
                </a:cubicBezTo>
                <a:cubicBezTo>
                  <a:pt x="1700" y="184"/>
                  <a:pt x="1697" y="192"/>
                  <a:pt x="1697" y="200"/>
                </a:cubicBezTo>
                <a:cubicBezTo>
                  <a:pt x="1697" y="209"/>
                  <a:pt x="1700" y="217"/>
                  <a:pt x="1706" y="223"/>
                </a:cubicBezTo>
                <a:cubicBezTo>
                  <a:pt x="1712" y="229"/>
                  <a:pt x="1720" y="232"/>
                  <a:pt x="1729" y="232"/>
                </a:cubicBezTo>
                <a:moveTo>
                  <a:pt x="1733" y="182"/>
                </a:moveTo>
                <a:cubicBezTo>
                  <a:pt x="1741" y="182"/>
                  <a:pt x="1749" y="179"/>
                  <a:pt x="1755" y="173"/>
                </a:cubicBezTo>
                <a:cubicBezTo>
                  <a:pt x="1761" y="167"/>
                  <a:pt x="1764" y="159"/>
                  <a:pt x="1764" y="151"/>
                </a:cubicBezTo>
                <a:cubicBezTo>
                  <a:pt x="1764" y="142"/>
                  <a:pt x="1761" y="134"/>
                  <a:pt x="1755" y="128"/>
                </a:cubicBezTo>
                <a:cubicBezTo>
                  <a:pt x="1749" y="122"/>
                  <a:pt x="1741" y="119"/>
                  <a:pt x="1733" y="119"/>
                </a:cubicBezTo>
                <a:cubicBezTo>
                  <a:pt x="1724" y="119"/>
                  <a:pt x="1716" y="122"/>
                  <a:pt x="1710" y="128"/>
                </a:cubicBezTo>
                <a:cubicBezTo>
                  <a:pt x="1704" y="134"/>
                  <a:pt x="1701" y="142"/>
                  <a:pt x="1701" y="151"/>
                </a:cubicBezTo>
                <a:cubicBezTo>
                  <a:pt x="1701" y="159"/>
                  <a:pt x="1704" y="167"/>
                  <a:pt x="1710" y="173"/>
                </a:cubicBezTo>
                <a:cubicBezTo>
                  <a:pt x="1716" y="179"/>
                  <a:pt x="1724" y="182"/>
                  <a:pt x="1733" y="182"/>
                </a:cubicBezTo>
                <a:moveTo>
                  <a:pt x="1826" y="336"/>
                </a:moveTo>
                <a:cubicBezTo>
                  <a:pt x="1834" y="336"/>
                  <a:pt x="1842" y="332"/>
                  <a:pt x="1848" y="327"/>
                </a:cubicBezTo>
                <a:cubicBezTo>
                  <a:pt x="1854" y="321"/>
                  <a:pt x="1858" y="313"/>
                  <a:pt x="1858" y="304"/>
                </a:cubicBezTo>
                <a:cubicBezTo>
                  <a:pt x="1858" y="296"/>
                  <a:pt x="1854" y="288"/>
                  <a:pt x="1848" y="282"/>
                </a:cubicBezTo>
                <a:cubicBezTo>
                  <a:pt x="1842" y="276"/>
                  <a:pt x="1834" y="273"/>
                  <a:pt x="1826" y="273"/>
                </a:cubicBezTo>
                <a:cubicBezTo>
                  <a:pt x="1818" y="273"/>
                  <a:pt x="1810" y="276"/>
                  <a:pt x="1804" y="282"/>
                </a:cubicBezTo>
                <a:cubicBezTo>
                  <a:pt x="1798" y="288"/>
                  <a:pt x="1794" y="296"/>
                  <a:pt x="1794" y="304"/>
                </a:cubicBezTo>
                <a:cubicBezTo>
                  <a:pt x="1794" y="313"/>
                  <a:pt x="1798" y="321"/>
                  <a:pt x="1804" y="327"/>
                </a:cubicBezTo>
                <a:cubicBezTo>
                  <a:pt x="1810" y="332"/>
                  <a:pt x="1818" y="336"/>
                  <a:pt x="1826" y="336"/>
                </a:cubicBezTo>
                <a:moveTo>
                  <a:pt x="1830" y="648"/>
                </a:moveTo>
                <a:cubicBezTo>
                  <a:pt x="1838" y="648"/>
                  <a:pt x="1846" y="644"/>
                  <a:pt x="1852" y="639"/>
                </a:cubicBezTo>
                <a:cubicBezTo>
                  <a:pt x="1858" y="633"/>
                  <a:pt x="1862" y="625"/>
                  <a:pt x="1862" y="616"/>
                </a:cubicBezTo>
                <a:cubicBezTo>
                  <a:pt x="1862" y="608"/>
                  <a:pt x="1858" y="600"/>
                  <a:pt x="1852" y="594"/>
                </a:cubicBezTo>
                <a:cubicBezTo>
                  <a:pt x="1846" y="588"/>
                  <a:pt x="1838" y="585"/>
                  <a:pt x="1830" y="585"/>
                </a:cubicBezTo>
                <a:cubicBezTo>
                  <a:pt x="1822" y="585"/>
                  <a:pt x="1814" y="588"/>
                  <a:pt x="1808" y="594"/>
                </a:cubicBezTo>
                <a:cubicBezTo>
                  <a:pt x="1802" y="600"/>
                  <a:pt x="1798" y="608"/>
                  <a:pt x="1798" y="616"/>
                </a:cubicBezTo>
                <a:cubicBezTo>
                  <a:pt x="1798" y="625"/>
                  <a:pt x="1802" y="633"/>
                  <a:pt x="1808" y="639"/>
                </a:cubicBezTo>
                <a:cubicBezTo>
                  <a:pt x="1814" y="644"/>
                  <a:pt x="1822" y="648"/>
                  <a:pt x="1830" y="648"/>
                </a:cubicBezTo>
                <a:moveTo>
                  <a:pt x="1858" y="435"/>
                </a:moveTo>
                <a:cubicBezTo>
                  <a:pt x="1867" y="435"/>
                  <a:pt x="1875" y="432"/>
                  <a:pt x="1881" y="426"/>
                </a:cubicBezTo>
                <a:cubicBezTo>
                  <a:pt x="1887" y="420"/>
                  <a:pt x="1890" y="412"/>
                  <a:pt x="1890" y="404"/>
                </a:cubicBezTo>
                <a:cubicBezTo>
                  <a:pt x="1890" y="395"/>
                  <a:pt x="1887" y="387"/>
                  <a:pt x="1881" y="381"/>
                </a:cubicBezTo>
                <a:cubicBezTo>
                  <a:pt x="1875" y="375"/>
                  <a:pt x="1867" y="372"/>
                  <a:pt x="1858" y="372"/>
                </a:cubicBezTo>
                <a:cubicBezTo>
                  <a:pt x="1850" y="372"/>
                  <a:pt x="1842" y="375"/>
                  <a:pt x="1836" y="381"/>
                </a:cubicBezTo>
                <a:cubicBezTo>
                  <a:pt x="1830" y="387"/>
                  <a:pt x="1827" y="395"/>
                  <a:pt x="1827" y="404"/>
                </a:cubicBezTo>
                <a:cubicBezTo>
                  <a:pt x="1827" y="412"/>
                  <a:pt x="1830" y="420"/>
                  <a:pt x="1836" y="426"/>
                </a:cubicBezTo>
                <a:cubicBezTo>
                  <a:pt x="1842" y="432"/>
                  <a:pt x="1850" y="435"/>
                  <a:pt x="1858" y="435"/>
                </a:cubicBezTo>
                <a:moveTo>
                  <a:pt x="1944" y="437"/>
                </a:moveTo>
                <a:cubicBezTo>
                  <a:pt x="1952" y="437"/>
                  <a:pt x="1960" y="434"/>
                  <a:pt x="1966" y="428"/>
                </a:cubicBezTo>
                <a:cubicBezTo>
                  <a:pt x="1972" y="422"/>
                  <a:pt x="1975" y="414"/>
                  <a:pt x="1975" y="406"/>
                </a:cubicBezTo>
                <a:cubicBezTo>
                  <a:pt x="1975" y="397"/>
                  <a:pt x="1972" y="389"/>
                  <a:pt x="1966" y="383"/>
                </a:cubicBezTo>
                <a:cubicBezTo>
                  <a:pt x="1960" y="378"/>
                  <a:pt x="1952" y="374"/>
                  <a:pt x="1944" y="374"/>
                </a:cubicBezTo>
                <a:cubicBezTo>
                  <a:pt x="1935" y="374"/>
                  <a:pt x="1927" y="378"/>
                  <a:pt x="1921" y="383"/>
                </a:cubicBezTo>
                <a:cubicBezTo>
                  <a:pt x="1915" y="389"/>
                  <a:pt x="1912" y="397"/>
                  <a:pt x="1912" y="406"/>
                </a:cubicBezTo>
                <a:cubicBezTo>
                  <a:pt x="1912" y="414"/>
                  <a:pt x="1915" y="422"/>
                  <a:pt x="1921" y="428"/>
                </a:cubicBezTo>
                <a:cubicBezTo>
                  <a:pt x="1927" y="434"/>
                  <a:pt x="1935" y="437"/>
                  <a:pt x="1944" y="437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0" name="path 120"/>
          <p:cNvSpPr/>
          <p:nvPr/>
        </p:nvSpPr>
        <p:spPr>
          <a:xfrm>
            <a:off x="8444464" y="3976424"/>
            <a:ext cx="1240682" cy="1154292"/>
          </a:xfrm>
          <a:custGeom>
            <a:avLst/>
            <a:gdLst/>
            <a:ahLst/>
            <a:cxnLst/>
            <a:rect l="0" t="0" r="0" b="0"/>
            <a:pathLst>
              <a:path w="1953" h="1817">
                <a:moveTo>
                  <a:pt x="38" y="1103"/>
                </a:moveTo>
                <a:cubicBezTo>
                  <a:pt x="46" y="1103"/>
                  <a:pt x="54" y="1099"/>
                  <a:pt x="60" y="1093"/>
                </a:cubicBezTo>
                <a:cubicBezTo>
                  <a:pt x="66" y="1088"/>
                  <a:pt x="69" y="1079"/>
                  <a:pt x="69" y="1071"/>
                </a:cubicBezTo>
                <a:cubicBezTo>
                  <a:pt x="69" y="1063"/>
                  <a:pt x="66" y="1055"/>
                  <a:pt x="60" y="1049"/>
                </a:cubicBezTo>
                <a:cubicBezTo>
                  <a:pt x="54" y="1043"/>
                  <a:pt x="46" y="1039"/>
                  <a:pt x="38" y="1039"/>
                </a:cubicBezTo>
                <a:cubicBezTo>
                  <a:pt x="29" y="1039"/>
                  <a:pt x="21" y="1043"/>
                  <a:pt x="15" y="1049"/>
                </a:cubicBezTo>
                <a:cubicBezTo>
                  <a:pt x="9" y="1055"/>
                  <a:pt x="6" y="1063"/>
                  <a:pt x="6" y="1071"/>
                </a:cubicBezTo>
                <a:cubicBezTo>
                  <a:pt x="6" y="1079"/>
                  <a:pt x="9" y="1088"/>
                  <a:pt x="15" y="1093"/>
                </a:cubicBezTo>
                <a:cubicBezTo>
                  <a:pt x="21" y="1099"/>
                  <a:pt x="29" y="1103"/>
                  <a:pt x="38" y="1103"/>
                </a:cubicBezTo>
                <a:moveTo>
                  <a:pt x="46" y="1811"/>
                </a:moveTo>
                <a:cubicBezTo>
                  <a:pt x="54" y="1811"/>
                  <a:pt x="62" y="1807"/>
                  <a:pt x="68" y="1802"/>
                </a:cubicBezTo>
                <a:cubicBezTo>
                  <a:pt x="74" y="1796"/>
                  <a:pt x="77" y="1788"/>
                  <a:pt x="77" y="1779"/>
                </a:cubicBezTo>
                <a:cubicBezTo>
                  <a:pt x="77" y="1771"/>
                  <a:pt x="74" y="1763"/>
                  <a:pt x="68" y="1757"/>
                </a:cubicBezTo>
                <a:cubicBezTo>
                  <a:pt x="62" y="1751"/>
                  <a:pt x="54" y="1748"/>
                  <a:pt x="46" y="1748"/>
                </a:cubicBezTo>
                <a:cubicBezTo>
                  <a:pt x="37" y="1748"/>
                  <a:pt x="29" y="1751"/>
                  <a:pt x="23" y="1757"/>
                </a:cubicBezTo>
                <a:cubicBezTo>
                  <a:pt x="17" y="1763"/>
                  <a:pt x="14" y="1771"/>
                  <a:pt x="14" y="1779"/>
                </a:cubicBezTo>
                <a:cubicBezTo>
                  <a:pt x="14" y="1788"/>
                  <a:pt x="17" y="1796"/>
                  <a:pt x="23" y="1802"/>
                </a:cubicBezTo>
                <a:cubicBezTo>
                  <a:pt x="29" y="1807"/>
                  <a:pt x="37" y="1811"/>
                  <a:pt x="46" y="1811"/>
                </a:cubicBezTo>
                <a:moveTo>
                  <a:pt x="78" y="963"/>
                </a:moveTo>
                <a:cubicBezTo>
                  <a:pt x="87" y="963"/>
                  <a:pt x="95" y="960"/>
                  <a:pt x="101" y="954"/>
                </a:cubicBezTo>
                <a:cubicBezTo>
                  <a:pt x="106" y="948"/>
                  <a:pt x="110" y="940"/>
                  <a:pt x="110" y="931"/>
                </a:cubicBezTo>
                <a:cubicBezTo>
                  <a:pt x="110" y="923"/>
                  <a:pt x="106" y="915"/>
                  <a:pt x="101" y="909"/>
                </a:cubicBezTo>
                <a:cubicBezTo>
                  <a:pt x="95" y="903"/>
                  <a:pt x="87" y="900"/>
                  <a:pt x="78" y="900"/>
                </a:cubicBezTo>
                <a:cubicBezTo>
                  <a:pt x="70" y="900"/>
                  <a:pt x="62" y="903"/>
                  <a:pt x="56" y="909"/>
                </a:cubicBezTo>
                <a:cubicBezTo>
                  <a:pt x="50" y="915"/>
                  <a:pt x="47" y="923"/>
                  <a:pt x="47" y="931"/>
                </a:cubicBezTo>
                <a:cubicBezTo>
                  <a:pt x="47" y="940"/>
                  <a:pt x="50" y="948"/>
                  <a:pt x="56" y="954"/>
                </a:cubicBezTo>
                <a:cubicBezTo>
                  <a:pt x="62" y="960"/>
                  <a:pt x="70" y="963"/>
                  <a:pt x="78" y="963"/>
                </a:cubicBezTo>
                <a:moveTo>
                  <a:pt x="82" y="1112"/>
                </a:moveTo>
                <a:cubicBezTo>
                  <a:pt x="91" y="1112"/>
                  <a:pt x="99" y="1108"/>
                  <a:pt x="105" y="1102"/>
                </a:cubicBezTo>
                <a:cubicBezTo>
                  <a:pt x="111" y="1096"/>
                  <a:pt x="114" y="1088"/>
                  <a:pt x="114" y="1080"/>
                </a:cubicBezTo>
                <a:cubicBezTo>
                  <a:pt x="114" y="1072"/>
                  <a:pt x="111" y="1064"/>
                  <a:pt x="105" y="1058"/>
                </a:cubicBezTo>
                <a:cubicBezTo>
                  <a:pt x="99" y="1052"/>
                  <a:pt x="91" y="1048"/>
                  <a:pt x="82" y="1048"/>
                </a:cubicBezTo>
                <a:cubicBezTo>
                  <a:pt x="74" y="1048"/>
                  <a:pt x="66" y="1052"/>
                  <a:pt x="60" y="1058"/>
                </a:cubicBezTo>
                <a:cubicBezTo>
                  <a:pt x="54" y="1064"/>
                  <a:pt x="51" y="1072"/>
                  <a:pt x="51" y="1080"/>
                </a:cubicBezTo>
                <a:cubicBezTo>
                  <a:pt x="51" y="1088"/>
                  <a:pt x="54" y="1096"/>
                  <a:pt x="60" y="1102"/>
                </a:cubicBezTo>
                <a:cubicBezTo>
                  <a:pt x="66" y="1108"/>
                  <a:pt x="74" y="1112"/>
                  <a:pt x="82" y="1112"/>
                </a:cubicBezTo>
                <a:moveTo>
                  <a:pt x="107" y="730"/>
                </a:moveTo>
                <a:cubicBezTo>
                  <a:pt x="115" y="730"/>
                  <a:pt x="123" y="726"/>
                  <a:pt x="129" y="720"/>
                </a:cubicBezTo>
                <a:cubicBezTo>
                  <a:pt x="135" y="715"/>
                  <a:pt x="138" y="706"/>
                  <a:pt x="138" y="698"/>
                </a:cubicBezTo>
                <a:cubicBezTo>
                  <a:pt x="138" y="690"/>
                  <a:pt x="135" y="682"/>
                  <a:pt x="129" y="676"/>
                </a:cubicBezTo>
                <a:cubicBezTo>
                  <a:pt x="123" y="670"/>
                  <a:pt x="115" y="666"/>
                  <a:pt x="107" y="666"/>
                </a:cubicBezTo>
                <a:cubicBezTo>
                  <a:pt x="98" y="666"/>
                  <a:pt x="90" y="670"/>
                  <a:pt x="84" y="676"/>
                </a:cubicBezTo>
                <a:cubicBezTo>
                  <a:pt x="78" y="682"/>
                  <a:pt x="75" y="690"/>
                  <a:pt x="75" y="698"/>
                </a:cubicBezTo>
                <a:cubicBezTo>
                  <a:pt x="75" y="706"/>
                  <a:pt x="78" y="715"/>
                  <a:pt x="84" y="720"/>
                </a:cubicBezTo>
                <a:cubicBezTo>
                  <a:pt x="90" y="726"/>
                  <a:pt x="98" y="730"/>
                  <a:pt x="107" y="730"/>
                </a:cubicBezTo>
                <a:moveTo>
                  <a:pt x="111" y="926"/>
                </a:moveTo>
                <a:cubicBezTo>
                  <a:pt x="119" y="926"/>
                  <a:pt x="127" y="923"/>
                  <a:pt x="133" y="917"/>
                </a:cubicBezTo>
                <a:cubicBezTo>
                  <a:pt x="139" y="911"/>
                  <a:pt x="142" y="903"/>
                  <a:pt x="142" y="895"/>
                </a:cubicBezTo>
                <a:cubicBezTo>
                  <a:pt x="142" y="886"/>
                  <a:pt x="139" y="878"/>
                  <a:pt x="133" y="872"/>
                </a:cubicBezTo>
                <a:cubicBezTo>
                  <a:pt x="127" y="866"/>
                  <a:pt x="119" y="863"/>
                  <a:pt x="111" y="863"/>
                </a:cubicBezTo>
                <a:cubicBezTo>
                  <a:pt x="102" y="863"/>
                  <a:pt x="94" y="866"/>
                  <a:pt x="88" y="872"/>
                </a:cubicBezTo>
                <a:cubicBezTo>
                  <a:pt x="82" y="878"/>
                  <a:pt x="79" y="886"/>
                  <a:pt x="79" y="895"/>
                </a:cubicBezTo>
                <a:cubicBezTo>
                  <a:pt x="79" y="903"/>
                  <a:pt x="82" y="911"/>
                  <a:pt x="88" y="917"/>
                </a:cubicBezTo>
                <a:cubicBezTo>
                  <a:pt x="94" y="923"/>
                  <a:pt x="102" y="926"/>
                  <a:pt x="111" y="926"/>
                </a:cubicBezTo>
                <a:moveTo>
                  <a:pt x="151" y="884"/>
                </a:moveTo>
                <a:cubicBezTo>
                  <a:pt x="160" y="884"/>
                  <a:pt x="168" y="880"/>
                  <a:pt x="174" y="874"/>
                </a:cubicBezTo>
                <a:cubicBezTo>
                  <a:pt x="179" y="868"/>
                  <a:pt x="183" y="860"/>
                  <a:pt x="183" y="852"/>
                </a:cubicBezTo>
                <a:cubicBezTo>
                  <a:pt x="183" y="844"/>
                  <a:pt x="179" y="836"/>
                  <a:pt x="174" y="830"/>
                </a:cubicBezTo>
                <a:cubicBezTo>
                  <a:pt x="168" y="824"/>
                  <a:pt x="160" y="820"/>
                  <a:pt x="151" y="820"/>
                </a:cubicBezTo>
                <a:cubicBezTo>
                  <a:pt x="143" y="820"/>
                  <a:pt x="135" y="824"/>
                  <a:pt x="129" y="830"/>
                </a:cubicBezTo>
                <a:cubicBezTo>
                  <a:pt x="123" y="836"/>
                  <a:pt x="120" y="844"/>
                  <a:pt x="120" y="852"/>
                </a:cubicBezTo>
                <a:cubicBezTo>
                  <a:pt x="120" y="860"/>
                  <a:pt x="123" y="868"/>
                  <a:pt x="129" y="874"/>
                </a:cubicBezTo>
                <a:cubicBezTo>
                  <a:pt x="135" y="880"/>
                  <a:pt x="143" y="884"/>
                  <a:pt x="151" y="884"/>
                </a:cubicBezTo>
                <a:moveTo>
                  <a:pt x="155" y="691"/>
                </a:moveTo>
                <a:cubicBezTo>
                  <a:pt x="164" y="691"/>
                  <a:pt x="172" y="688"/>
                  <a:pt x="178" y="682"/>
                </a:cubicBezTo>
                <a:cubicBezTo>
                  <a:pt x="184" y="676"/>
                  <a:pt x="187" y="668"/>
                  <a:pt x="187" y="660"/>
                </a:cubicBezTo>
                <a:cubicBezTo>
                  <a:pt x="187" y="651"/>
                  <a:pt x="184" y="643"/>
                  <a:pt x="178" y="637"/>
                </a:cubicBezTo>
                <a:cubicBezTo>
                  <a:pt x="172" y="631"/>
                  <a:pt x="164" y="628"/>
                  <a:pt x="155" y="628"/>
                </a:cubicBezTo>
                <a:cubicBezTo>
                  <a:pt x="147" y="628"/>
                  <a:pt x="139" y="631"/>
                  <a:pt x="133" y="637"/>
                </a:cubicBezTo>
                <a:cubicBezTo>
                  <a:pt x="127" y="643"/>
                  <a:pt x="124" y="651"/>
                  <a:pt x="124" y="660"/>
                </a:cubicBezTo>
                <a:cubicBezTo>
                  <a:pt x="124" y="668"/>
                  <a:pt x="127" y="676"/>
                  <a:pt x="133" y="682"/>
                </a:cubicBezTo>
                <a:cubicBezTo>
                  <a:pt x="139" y="688"/>
                  <a:pt x="147" y="691"/>
                  <a:pt x="155" y="691"/>
                </a:cubicBezTo>
                <a:moveTo>
                  <a:pt x="257" y="469"/>
                </a:moveTo>
                <a:cubicBezTo>
                  <a:pt x="265" y="469"/>
                  <a:pt x="273" y="465"/>
                  <a:pt x="279" y="459"/>
                </a:cubicBezTo>
                <a:cubicBezTo>
                  <a:pt x="285" y="453"/>
                  <a:pt x="288" y="445"/>
                  <a:pt x="288" y="437"/>
                </a:cubicBezTo>
                <a:cubicBezTo>
                  <a:pt x="288" y="429"/>
                  <a:pt x="285" y="421"/>
                  <a:pt x="279" y="415"/>
                </a:cubicBezTo>
                <a:cubicBezTo>
                  <a:pt x="273" y="409"/>
                  <a:pt x="265" y="405"/>
                  <a:pt x="257" y="405"/>
                </a:cubicBezTo>
                <a:cubicBezTo>
                  <a:pt x="248" y="405"/>
                  <a:pt x="240" y="409"/>
                  <a:pt x="234" y="415"/>
                </a:cubicBezTo>
                <a:cubicBezTo>
                  <a:pt x="228" y="421"/>
                  <a:pt x="225" y="429"/>
                  <a:pt x="225" y="437"/>
                </a:cubicBezTo>
                <a:cubicBezTo>
                  <a:pt x="225" y="445"/>
                  <a:pt x="228" y="453"/>
                  <a:pt x="234" y="459"/>
                </a:cubicBezTo>
                <a:cubicBezTo>
                  <a:pt x="240" y="465"/>
                  <a:pt x="248" y="469"/>
                  <a:pt x="257" y="469"/>
                </a:cubicBezTo>
                <a:moveTo>
                  <a:pt x="338" y="1387"/>
                </a:moveTo>
                <a:cubicBezTo>
                  <a:pt x="346" y="1387"/>
                  <a:pt x="354" y="1383"/>
                  <a:pt x="360" y="1377"/>
                </a:cubicBezTo>
                <a:cubicBezTo>
                  <a:pt x="366" y="1371"/>
                  <a:pt x="369" y="1363"/>
                  <a:pt x="369" y="1355"/>
                </a:cubicBezTo>
                <a:cubicBezTo>
                  <a:pt x="369" y="1347"/>
                  <a:pt x="366" y="1339"/>
                  <a:pt x="360" y="1333"/>
                </a:cubicBezTo>
                <a:cubicBezTo>
                  <a:pt x="354" y="1327"/>
                  <a:pt x="346" y="1323"/>
                  <a:pt x="338" y="1323"/>
                </a:cubicBezTo>
                <a:cubicBezTo>
                  <a:pt x="329" y="1323"/>
                  <a:pt x="321" y="1327"/>
                  <a:pt x="315" y="1333"/>
                </a:cubicBezTo>
                <a:cubicBezTo>
                  <a:pt x="309" y="1339"/>
                  <a:pt x="306" y="1347"/>
                  <a:pt x="306" y="1355"/>
                </a:cubicBezTo>
                <a:cubicBezTo>
                  <a:pt x="306" y="1363"/>
                  <a:pt x="309" y="1371"/>
                  <a:pt x="315" y="1377"/>
                </a:cubicBezTo>
                <a:cubicBezTo>
                  <a:pt x="321" y="1383"/>
                  <a:pt x="329" y="1387"/>
                  <a:pt x="338" y="1387"/>
                </a:cubicBezTo>
                <a:moveTo>
                  <a:pt x="346" y="1153"/>
                </a:moveTo>
                <a:cubicBezTo>
                  <a:pt x="354" y="1153"/>
                  <a:pt x="362" y="1149"/>
                  <a:pt x="368" y="1143"/>
                </a:cubicBezTo>
                <a:cubicBezTo>
                  <a:pt x="374" y="1137"/>
                  <a:pt x="377" y="1129"/>
                  <a:pt x="377" y="1121"/>
                </a:cubicBezTo>
                <a:cubicBezTo>
                  <a:pt x="377" y="1113"/>
                  <a:pt x="374" y="1105"/>
                  <a:pt x="368" y="1099"/>
                </a:cubicBezTo>
                <a:cubicBezTo>
                  <a:pt x="362" y="1093"/>
                  <a:pt x="354" y="1089"/>
                  <a:pt x="346" y="1089"/>
                </a:cubicBezTo>
                <a:cubicBezTo>
                  <a:pt x="337" y="1089"/>
                  <a:pt x="329" y="1093"/>
                  <a:pt x="323" y="1099"/>
                </a:cubicBezTo>
                <a:cubicBezTo>
                  <a:pt x="318" y="1105"/>
                  <a:pt x="314" y="1113"/>
                  <a:pt x="314" y="1121"/>
                </a:cubicBezTo>
                <a:cubicBezTo>
                  <a:pt x="314" y="1129"/>
                  <a:pt x="318" y="1137"/>
                  <a:pt x="323" y="1143"/>
                </a:cubicBezTo>
                <a:cubicBezTo>
                  <a:pt x="329" y="1149"/>
                  <a:pt x="337" y="1153"/>
                  <a:pt x="346" y="1153"/>
                </a:cubicBezTo>
                <a:moveTo>
                  <a:pt x="350" y="1480"/>
                </a:moveTo>
                <a:cubicBezTo>
                  <a:pt x="358" y="1480"/>
                  <a:pt x="366" y="1477"/>
                  <a:pt x="372" y="1471"/>
                </a:cubicBezTo>
                <a:cubicBezTo>
                  <a:pt x="378" y="1465"/>
                  <a:pt x="382" y="1457"/>
                  <a:pt x="382" y="1449"/>
                </a:cubicBezTo>
                <a:cubicBezTo>
                  <a:pt x="382" y="1440"/>
                  <a:pt x="378" y="1432"/>
                  <a:pt x="372" y="1426"/>
                </a:cubicBezTo>
                <a:cubicBezTo>
                  <a:pt x="366" y="1420"/>
                  <a:pt x="358" y="1417"/>
                  <a:pt x="350" y="1417"/>
                </a:cubicBezTo>
                <a:cubicBezTo>
                  <a:pt x="341" y="1417"/>
                  <a:pt x="333" y="1420"/>
                  <a:pt x="328" y="1426"/>
                </a:cubicBezTo>
                <a:cubicBezTo>
                  <a:pt x="322" y="1432"/>
                  <a:pt x="318" y="1440"/>
                  <a:pt x="318" y="1449"/>
                </a:cubicBezTo>
                <a:cubicBezTo>
                  <a:pt x="318" y="1457"/>
                  <a:pt x="322" y="1465"/>
                  <a:pt x="328" y="1471"/>
                </a:cubicBezTo>
                <a:cubicBezTo>
                  <a:pt x="333" y="1477"/>
                  <a:pt x="341" y="1480"/>
                  <a:pt x="350" y="1480"/>
                </a:cubicBezTo>
                <a:moveTo>
                  <a:pt x="354" y="1312"/>
                </a:moveTo>
                <a:cubicBezTo>
                  <a:pt x="362" y="1312"/>
                  <a:pt x="370" y="1309"/>
                  <a:pt x="376" y="1303"/>
                </a:cubicBezTo>
                <a:cubicBezTo>
                  <a:pt x="382" y="1297"/>
                  <a:pt x="386" y="1289"/>
                  <a:pt x="386" y="1281"/>
                </a:cubicBezTo>
                <a:cubicBezTo>
                  <a:pt x="386" y="1272"/>
                  <a:pt x="382" y="1264"/>
                  <a:pt x="376" y="1258"/>
                </a:cubicBezTo>
                <a:cubicBezTo>
                  <a:pt x="370" y="1252"/>
                  <a:pt x="362" y="1249"/>
                  <a:pt x="354" y="1249"/>
                </a:cubicBezTo>
                <a:cubicBezTo>
                  <a:pt x="346" y="1249"/>
                  <a:pt x="338" y="1252"/>
                  <a:pt x="332" y="1258"/>
                </a:cubicBezTo>
                <a:cubicBezTo>
                  <a:pt x="326" y="1264"/>
                  <a:pt x="322" y="1272"/>
                  <a:pt x="322" y="1281"/>
                </a:cubicBezTo>
                <a:cubicBezTo>
                  <a:pt x="322" y="1289"/>
                  <a:pt x="326" y="1297"/>
                  <a:pt x="332" y="1303"/>
                </a:cubicBezTo>
                <a:cubicBezTo>
                  <a:pt x="338" y="1309"/>
                  <a:pt x="346" y="1312"/>
                  <a:pt x="354" y="1312"/>
                </a:cubicBezTo>
                <a:moveTo>
                  <a:pt x="362" y="529"/>
                </a:moveTo>
                <a:cubicBezTo>
                  <a:pt x="370" y="529"/>
                  <a:pt x="378" y="526"/>
                  <a:pt x="384" y="520"/>
                </a:cubicBezTo>
                <a:cubicBezTo>
                  <a:pt x="390" y="514"/>
                  <a:pt x="394" y="506"/>
                  <a:pt x="394" y="497"/>
                </a:cubicBezTo>
                <a:cubicBezTo>
                  <a:pt x="394" y="489"/>
                  <a:pt x="390" y="481"/>
                  <a:pt x="384" y="475"/>
                </a:cubicBezTo>
                <a:cubicBezTo>
                  <a:pt x="378" y="469"/>
                  <a:pt x="370" y="466"/>
                  <a:pt x="362" y="466"/>
                </a:cubicBezTo>
                <a:cubicBezTo>
                  <a:pt x="354" y="466"/>
                  <a:pt x="346" y="469"/>
                  <a:pt x="340" y="475"/>
                </a:cubicBezTo>
                <a:cubicBezTo>
                  <a:pt x="334" y="481"/>
                  <a:pt x="330" y="489"/>
                  <a:pt x="330" y="497"/>
                </a:cubicBezTo>
                <a:cubicBezTo>
                  <a:pt x="330" y="506"/>
                  <a:pt x="334" y="514"/>
                  <a:pt x="340" y="520"/>
                </a:cubicBezTo>
                <a:cubicBezTo>
                  <a:pt x="346" y="526"/>
                  <a:pt x="354" y="529"/>
                  <a:pt x="362" y="529"/>
                </a:cubicBezTo>
                <a:moveTo>
                  <a:pt x="366" y="1259"/>
                </a:moveTo>
                <a:cubicBezTo>
                  <a:pt x="374" y="1259"/>
                  <a:pt x="383" y="1256"/>
                  <a:pt x="388" y="1250"/>
                </a:cubicBezTo>
                <a:cubicBezTo>
                  <a:pt x="394" y="1244"/>
                  <a:pt x="398" y="1236"/>
                  <a:pt x="398" y="1227"/>
                </a:cubicBezTo>
                <a:cubicBezTo>
                  <a:pt x="398" y="1219"/>
                  <a:pt x="394" y="1211"/>
                  <a:pt x="388" y="1205"/>
                </a:cubicBezTo>
                <a:cubicBezTo>
                  <a:pt x="383" y="1199"/>
                  <a:pt x="374" y="1196"/>
                  <a:pt x="366" y="1196"/>
                </a:cubicBezTo>
                <a:cubicBezTo>
                  <a:pt x="358" y="1196"/>
                  <a:pt x="350" y="1199"/>
                  <a:pt x="344" y="1205"/>
                </a:cubicBezTo>
                <a:cubicBezTo>
                  <a:pt x="338" y="1211"/>
                  <a:pt x="334" y="1219"/>
                  <a:pt x="334" y="1227"/>
                </a:cubicBezTo>
                <a:cubicBezTo>
                  <a:pt x="334" y="1236"/>
                  <a:pt x="338" y="1244"/>
                  <a:pt x="344" y="1250"/>
                </a:cubicBezTo>
                <a:cubicBezTo>
                  <a:pt x="350" y="1256"/>
                  <a:pt x="358" y="1259"/>
                  <a:pt x="366" y="1259"/>
                </a:cubicBezTo>
                <a:moveTo>
                  <a:pt x="386" y="1393"/>
                </a:moveTo>
                <a:cubicBezTo>
                  <a:pt x="395" y="1393"/>
                  <a:pt x="403" y="1389"/>
                  <a:pt x="409" y="1383"/>
                </a:cubicBezTo>
                <a:cubicBezTo>
                  <a:pt x="415" y="1378"/>
                  <a:pt x="418" y="1369"/>
                  <a:pt x="418" y="1361"/>
                </a:cubicBezTo>
                <a:cubicBezTo>
                  <a:pt x="418" y="1353"/>
                  <a:pt x="415" y="1345"/>
                  <a:pt x="409" y="1339"/>
                </a:cubicBezTo>
                <a:cubicBezTo>
                  <a:pt x="403" y="1333"/>
                  <a:pt x="395" y="1329"/>
                  <a:pt x="386" y="1329"/>
                </a:cubicBezTo>
                <a:cubicBezTo>
                  <a:pt x="378" y="1329"/>
                  <a:pt x="370" y="1333"/>
                  <a:pt x="364" y="1339"/>
                </a:cubicBezTo>
                <a:cubicBezTo>
                  <a:pt x="358" y="1345"/>
                  <a:pt x="355" y="1353"/>
                  <a:pt x="355" y="1361"/>
                </a:cubicBezTo>
                <a:cubicBezTo>
                  <a:pt x="355" y="1369"/>
                  <a:pt x="358" y="1378"/>
                  <a:pt x="364" y="1383"/>
                </a:cubicBezTo>
                <a:cubicBezTo>
                  <a:pt x="370" y="1389"/>
                  <a:pt x="378" y="1393"/>
                  <a:pt x="386" y="1393"/>
                </a:cubicBezTo>
                <a:moveTo>
                  <a:pt x="390" y="492"/>
                </a:moveTo>
                <a:cubicBezTo>
                  <a:pt x="399" y="492"/>
                  <a:pt x="407" y="489"/>
                  <a:pt x="413" y="483"/>
                </a:cubicBezTo>
                <a:cubicBezTo>
                  <a:pt x="419" y="477"/>
                  <a:pt x="422" y="469"/>
                  <a:pt x="422" y="461"/>
                </a:cubicBezTo>
                <a:cubicBezTo>
                  <a:pt x="422" y="452"/>
                  <a:pt x="419" y="444"/>
                  <a:pt x="413" y="439"/>
                </a:cubicBezTo>
                <a:cubicBezTo>
                  <a:pt x="407" y="433"/>
                  <a:pt x="399" y="429"/>
                  <a:pt x="390" y="429"/>
                </a:cubicBezTo>
                <a:cubicBezTo>
                  <a:pt x="382" y="429"/>
                  <a:pt x="374" y="433"/>
                  <a:pt x="368" y="439"/>
                </a:cubicBezTo>
                <a:cubicBezTo>
                  <a:pt x="362" y="444"/>
                  <a:pt x="359" y="452"/>
                  <a:pt x="359" y="461"/>
                </a:cubicBezTo>
                <a:cubicBezTo>
                  <a:pt x="359" y="469"/>
                  <a:pt x="362" y="477"/>
                  <a:pt x="368" y="483"/>
                </a:cubicBezTo>
                <a:cubicBezTo>
                  <a:pt x="374" y="489"/>
                  <a:pt x="382" y="492"/>
                  <a:pt x="390" y="492"/>
                </a:cubicBezTo>
                <a:moveTo>
                  <a:pt x="508" y="582"/>
                </a:moveTo>
                <a:cubicBezTo>
                  <a:pt x="516" y="582"/>
                  <a:pt x="524" y="579"/>
                  <a:pt x="530" y="573"/>
                </a:cubicBezTo>
                <a:cubicBezTo>
                  <a:pt x="536" y="567"/>
                  <a:pt x="540" y="559"/>
                  <a:pt x="540" y="551"/>
                </a:cubicBezTo>
                <a:cubicBezTo>
                  <a:pt x="540" y="542"/>
                  <a:pt x="536" y="534"/>
                  <a:pt x="530" y="528"/>
                </a:cubicBezTo>
                <a:cubicBezTo>
                  <a:pt x="524" y="522"/>
                  <a:pt x="516" y="519"/>
                  <a:pt x="508" y="519"/>
                </a:cubicBezTo>
                <a:cubicBezTo>
                  <a:pt x="500" y="519"/>
                  <a:pt x="492" y="522"/>
                  <a:pt x="486" y="528"/>
                </a:cubicBezTo>
                <a:cubicBezTo>
                  <a:pt x="480" y="534"/>
                  <a:pt x="476" y="542"/>
                  <a:pt x="476" y="551"/>
                </a:cubicBezTo>
                <a:cubicBezTo>
                  <a:pt x="476" y="559"/>
                  <a:pt x="480" y="567"/>
                  <a:pt x="486" y="573"/>
                </a:cubicBezTo>
                <a:cubicBezTo>
                  <a:pt x="492" y="579"/>
                  <a:pt x="500" y="582"/>
                  <a:pt x="508" y="582"/>
                </a:cubicBezTo>
                <a:moveTo>
                  <a:pt x="532" y="1307"/>
                </a:moveTo>
                <a:cubicBezTo>
                  <a:pt x="541" y="1307"/>
                  <a:pt x="549" y="1303"/>
                  <a:pt x="555" y="1298"/>
                </a:cubicBezTo>
                <a:cubicBezTo>
                  <a:pt x="561" y="1292"/>
                  <a:pt x="564" y="1284"/>
                  <a:pt x="564" y="1275"/>
                </a:cubicBezTo>
                <a:cubicBezTo>
                  <a:pt x="564" y="1267"/>
                  <a:pt x="561" y="1259"/>
                  <a:pt x="555" y="1253"/>
                </a:cubicBezTo>
                <a:cubicBezTo>
                  <a:pt x="549" y="1247"/>
                  <a:pt x="541" y="1244"/>
                  <a:pt x="532" y="1244"/>
                </a:cubicBezTo>
                <a:cubicBezTo>
                  <a:pt x="524" y="1244"/>
                  <a:pt x="516" y="1247"/>
                  <a:pt x="510" y="1253"/>
                </a:cubicBezTo>
                <a:cubicBezTo>
                  <a:pt x="504" y="1259"/>
                  <a:pt x="501" y="1267"/>
                  <a:pt x="501" y="1275"/>
                </a:cubicBezTo>
                <a:cubicBezTo>
                  <a:pt x="501" y="1284"/>
                  <a:pt x="504" y="1292"/>
                  <a:pt x="510" y="1298"/>
                </a:cubicBezTo>
                <a:cubicBezTo>
                  <a:pt x="516" y="1303"/>
                  <a:pt x="524" y="1307"/>
                  <a:pt x="532" y="1307"/>
                </a:cubicBezTo>
                <a:moveTo>
                  <a:pt x="553" y="484"/>
                </a:moveTo>
                <a:cubicBezTo>
                  <a:pt x="561" y="484"/>
                  <a:pt x="569" y="481"/>
                  <a:pt x="575" y="475"/>
                </a:cubicBezTo>
                <a:cubicBezTo>
                  <a:pt x="581" y="469"/>
                  <a:pt x="584" y="461"/>
                  <a:pt x="584" y="452"/>
                </a:cubicBezTo>
                <a:cubicBezTo>
                  <a:pt x="584" y="444"/>
                  <a:pt x="581" y="436"/>
                  <a:pt x="575" y="430"/>
                </a:cubicBezTo>
                <a:cubicBezTo>
                  <a:pt x="569" y="424"/>
                  <a:pt x="561" y="421"/>
                  <a:pt x="553" y="421"/>
                </a:cubicBezTo>
                <a:cubicBezTo>
                  <a:pt x="544" y="421"/>
                  <a:pt x="536" y="424"/>
                  <a:pt x="530" y="430"/>
                </a:cubicBezTo>
                <a:cubicBezTo>
                  <a:pt x="524" y="436"/>
                  <a:pt x="521" y="444"/>
                  <a:pt x="521" y="452"/>
                </a:cubicBezTo>
                <a:cubicBezTo>
                  <a:pt x="521" y="461"/>
                  <a:pt x="524" y="469"/>
                  <a:pt x="530" y="475"/>
                </a:cubicBezTo>
                <a:cubicBezTo>
                  <a:pt x="536" y="481"/>
                  <a:pt x="544" y="484"/>
                  <a:pt x="553" y="484"/>
                </a:cubicBezTo>
                <a:moveTo>
                  <a:pt x="581" y="1207"/>
                </a:moveTo>
                <a:cubicBezTo>
                  <a:pt x="589" y="1207"/>
                  <a:pt x="597" y="1204"/>
                  <a:pt x="603" y="1198"/>
                </a:cubicBezTo>
                <a:cubicBezTo>
                  <a:pt x="609" y="1192"/>
                  <a:pt x="613" y="1184"/>
                  <a:pt x="613" y="1176"/>
                </a:cubicBezTo>
                <a:cubicBezTo>
                  <a:pt x="613" y="1167"/>
                  <a:pt x="609" y="1159"/>
                  <a:pt x="603" y="1153"/>
                </a:cubicBezTo>
                <a:cubicBezTo>
                  <a:pt x="597" y="1147"/>
                  <a:pt x="589" y="1144"/>
                  <a:pt x="581" y="1144"/>
                </a:cubicBezTo>
                <a:cubicBezTo>
                  <a:pt x="573" y="1144"/>
                  <a:pt x="565" y="1147"/>
                  <a:pt x="559" y="1153"/>
                </a:cubicBezTo>
                <a:cubicBezTo>
                  <a:pt x="553" y="1159"/>
                  <a:pt x="549" y="1167"/>
                  <a:pt x="549" y="1176"/>
                </a:cubicBezTo>
                <a:cubicBezTo>
                  <a:pt x="549" y="1184"/>
                  <a:pt x="553" y="1192"/>
                  <a:pt x="559" y="1198"/>
                </a:cubicBezTo>
                <a:cubicBezTo>
                  <a:pt x="565" y="1204"/>
                  <a:pt x="573" y="1207"/>
                  <a:pt x="581" y="1207"/>
                </a:cubicBezTo>
                <a:moveTo>
                  <a:pt x="585" y="1600"/>
                </a:moveTo>
                <a:cubicBezTo>
                  <a:pt x="593" y="1600"/>
                  <a:pt x="602" y="1597"/>
                  <a:pt x="607" y="1591"/>
                </a:cubicBezTo>
                <a:cubicBezTo>
                  <a:pt x="613" y="1585"/>
                  <a:pt x="617" y="1577"/>
                  <a:pt x="617" y="1569"/>
                </a:cubicBezTo>
                <a:cubicBezTo>
                  <a:pt x="617" y="1560"/>
                  <a:pt x="613" y="1552"/>
                  <a:pt x="607" y="1546"/>
                </a:cubicBezTo>
                <a:cubicBezTo>
                  <a:pt x="602" y="1540"/>
                  <a:pt x="593" y="1537"/>
                  <a:pt x="585" y="1537"/>
                </a:cubicBezTo>
                <a:cubicBezTo>
                  <a:pt x="577" y="1537"/>
                  <a:pt x="569" y="1540"/>
                  <a:pt x="563" y="1546"/>
                </a:cubicBezTo>
                <a:cubicBezTo>
                  <a:pt x="557" y="1552"/>
                  <a:pt x="553" y="1560"/>
                  <a:pt x="553" y="1569"/>
                </a:cubicBezTo>
                <a:cubicBezTo>
                  <a:pt x="553" y="1577"/>
                  <a:pt x="557" y="1585"/>
                  <a:pt x="563" y="1591"/>
                </a:cubicBezTo>
                <a:cubicBezTo>
                  <a:pt x="569" y="1597"/>
                  <a:pt x="577" y="1600"/>
                  <a:pt x="585" y="1600"/>
                </a:cubicBezTo>
                <a:moveTo>
                  <a:pt x="601" y="1383"/>
                </a:moveTo>
                <a:cubicBezTo>
                  <a:pt x="610" y="1383"/>
                  <a:pt x="618" y="1379"/>
                  <a:pt x="624" y="1373"/>
                </a:cubicBezTo>
                <a:cubicBezTo>
                  <a:pt x="630" y="1368"/>
                  <a:pt x="633" y="1360"/>
                  <a:pt x="633" y="1351"/>
                </a:cubicBezTo>
                <a:cubicBezTo>
                  <a:pt x="633" y="1343"/>
                  <a:pt x="630" y="1335"/>
                  <a:pt x="624" y="1329"/>
                </a:cubicBezTo>
                <a:cubicBezTo>
                  <a:pt x="618" y="1323"/>
                  <a:pt x="610" y="1320"/>
                  <a:pt x="601" y="1320"/>
                </a:cubicBezTo>
                <a:cubicBezTo>
                  <a:pt x="593" y="1320"/>
                  <a:pt x="585" y="1323"/>
                  <a:pt x="579" y="1329"/>
                </a:cubicBezTo>
                <a:cubicBezTo>
                  <a:pt x="573" y="1335"/>
                  <a:pt x="570" y="1343"/>
                  <a:pt x="570" y="1351"/>
                </a:cubicBezTo>
                <a:cubicBezTo>
                  <a:pt x="570" y="1360"/>
                  <a:pt x="573" y="1368"/>
                  <a:pt x="579" y="1373"/>
                </a:cubicBezTo>
                <a:cubicBezTo>
                  <a:pt x="585" y="1379"/>
                  <a:pt x="593" y="1383"/>
                  <a:pt x="601" y="1383"/>
                </a:cubicBezTo>
                <a:moveTo>
                  <a:pt x="605" y="757"/>
                </a:moveTo>
                <a:cubicBezTo>
                  <a:pt x="614" y="757"/>
                  <a:pt x="622" y="754"/>
                  <a:pt x="628" y="748"/>
                </a:cubicBezTo>
                <a:cubicBezTo>
                  <a:pt x="634" y="742"/>
                  <a:pt x="637" y="734"/>
                  <a:pt x="637" y="725"/>
                </a:cubicBezTo>
                <a:cubicBezTo>
                  <a:pt x="637" y="717"/>
                  <a:pt x="634" y="709"/>
                  <a:pt x="628" y="703"/>
                </a:cubicBezTo>
                <a:cubicBezTo>
                  <a:pt x="622" y="697"/>
                  <a:pt x="614" y="694"/>
                  <a:pt x="605" y="694"/>
                </a:cubicBezTo>
                <a:cubicBezTo>
                  <a:pt x="597" y="694"/>
                  <a:pt x="589" y="697"/>
                  <a:pt x="583" y="703"/>
                </a:cubicBezTo>
                <a:cubicBezTo>
                  <a:pt x="577" y="709"/>
                  <a:pt x="574" y="717"/>
                  <a:pt x="574" y="725"/>
                </a:cubicBezTo>
                <a:cubicBezTo>
                  <a:pt x="574" y="734"/>
                  <a:pt x="577" y="742"/>
                  <a:pt x="583" y="748"/>
                </a:cubicBezTo>
                <a:cubicBezTo>
                  <a:pt x="589" y="754"/>
                  <a:pt x="597" y="757"/>
                  <a:pt x="605" y="757"/>
                </a:cubicBezTo>
                <a:moveTo>
                  <a:pt x="622" y="1259"/>
                </a:moveTo>
                <a:cubicBezTo>
                  <a:pt x="630" y="1259"/>
                  <a:pt x="638" y="1256"/>
                  <a:pt x="644" y="1250"/>
                </a:cubicBezTo>
                <a:cubicBezTo>
                  <a:pt x="650" y="1244"/>
                  <a:pt x="653" y="1236"/>
                  <a:pt x="653" y="1227"/>
                </a:cubicBezTo>
                <a:cubicBezTo>
                  <a:pt x="653" y="1219"/>
                  <a:pt x="650" y="1211"/>
                  <a:pt x="644" y="1205"/>
                </a:cubicBezTo>
                <a:cubicBezTo>
                  <a:pt x="638" y="1199"/>
                  <a:pt x="630" y="1196"/>
                  <a:pt x="622" y="1196"/>
                </a:cubicBezTo>
                <a:cubicBezTo>
                  <a:pt x="613" y="1196"/>
                  <a:pt x="605" y="1199"/>
                  <a:pt x="599" y="1205"/>
                </a:cubicBezTo>
                <a:cubicBezTo>
                  <a:pt x="593" y="1211"/>
                  <a:pt x="590" y="1219"/>
                  <a:pt x="590" y="1227"/>
                </a:cubicBezTo>
                <a:cubicBezTo>
                  <a:pt x="590" y="1236"/>
                  <a:pt x="593" y="1244"/>
                  <a:pt x="599" y="1250"/>
                </a:cubicBezTo>
                <a:cubicBezTo>
                  <a:pt x="605" y="1256"/>
                  <a:pt x="613" y="1259"/>
                  <a:pt x="622" y="1259"/>
                </a:cubicBezTo>
                <a:moveTo>
                  <a:pt x="759" y="379"/>
                </a:moveTo>
                <a:cubicBezTo>
                  <a:pt x="768" y="379"/>
                  <a:pt x="776" y="376"/>
                  <a:pt x="782" y="370"/>
                </a:cubicBezTo>
                <a:cubicBezTo>
                  <a:pt x="788" y="364"/>
                  <a:pt x="791" y="356"/>
                  <a:pt x="791" y="348"/>
                </a:cubicBezTo>
                <a:cubicBezTo>
                  <a:pt x="791" y="339"/>
                  <a:pt x="788" y="331"/>
                  <a:pt x="782" y="325"/>
                </a:cubicBezTo>
                <a:cubicBezTo>
                  <a:pt x="776" y="319"/>
                  <a:pt x="768" y="316"/>
                  <a:pt x="759" y="316"/>
                </a:cubicBezTo>
                <a:cubicBezTo>
                  <a:pt x="751" y="316"/>
                  <a:pt x="743" y="319"/>
                  <a:pt x="737" y="325"/>
                </a:cubicBezTo>
                <a:cubicBezTo>
                  <a:pt x="731" y="331"/>
                  <a:pt x="728" y="339"/>
                  <a:pt x="728" y="348"/>
                </a:cubicBezTo>
                <a:cubicBezTo>
                  <a:pt x="728" y="356"/>
                  <a:pt x="731" y="364"/>
                  <a:pt x="737" y="370"/>
                </a:cubicBezTo>
                <a:cubicBezTo>
                  <a:pt x="743" y="376"/>
                  <a:pt x="751" y="379"/>
                  <a:pt x="759" y="379"/>
                </a:cubicBezTo>
                <a:moveTo>
                  <a:pt x="816" y="622"/>
                </a:moveTo>
                <a:cubicBezTo>
                  <a:pt x="825" y="622"/>
                  <a:pt x="833" y="619"/>
                  <a:pt x="839" y="613"/>
                </a:cubicBezTo>
                <a:cubicBezTo>
                  <a:pt x="845" y="607"/>
                  <a:pt x="848" y="599"/>
                  <a:pt x="848" y="590"/>
                </a:cubicBezTo>
                <a:cubicBezTo>
                  <a:pt x="848" y="582"/>
                  <a:pt x="845" y="574"/>
                  <a:pt x="839" y="568"/>
                </a:cubicBezTo>
                <a:cubicBezTo>
                  <a:pt x="833" y="562"/>
                  <a:pt x="825" y="559"/>
                  <a:pt x="816" y="559"/>
                </a:cubicBezTo>
                <a:cubicBezTo>
                  <a:pt x="808" y="559"/>
                  <a:pt x="800" y="562"/>
                  <a:pt x="794" y="568"/>
                </a:cubicBezTo>
                <a:cubicBezTo>
                  <a:pt x="788" y="574"/>
                  <a:pt x="785" y="582"/>
                  <a:pt x="785" y="590"/>
                </a:cubicBezTo>
                <a:cubicBezTo>
                  <a:pt x="785" y="599"/>
                  <a:pt x="788" y="607"/>
                  <a:pt x="794" y="613"/>
                </a:cubicBezTo>
                <a:cubicBezTo>
                  <a:pt x="800" y="619"/>
                  <a:pt x="808" y="622"/>
                  <a:pt x="816" y="622"/>
                </a:cubicBezTo>
                <a:moveTo>
                  <a:pt x="820" y="1185"/>
                </a:moveTo>
                <a:cubicBezTo>
                  <a:pt x="829" y="1185"/>
                  <a:pt x="837" y="1182"/>
                  <a:pt x="843" y="1176"/>
                </a:cubicBezTo>
                <a:cubicBezTo>
                  <a:pt x="849" y="1170"/>
                  <a:pt x="852" y="1162"/>
                  <a:pt x="852" y="1153"/>
                </a:cubicBezTo>
                <a:cubicBezTo>
                  <a:pt x="852" y="1145"/>
                  <a:pt x="849" y="1137"/>
                  <a:pt x="843" y="1131"/>
                </a:cubicBezTo>
                <a:cubicBezTo>
                  <a:pt x="837" y="1125"/>
                  <a:pt x="829" y="1122"/>
                  <a:pt x="820" y="1122"/>
                </a:cubicBezTo>
                <a:cubicBezTo>
                  <a:pt x="812" y="1122"/>
                  <a:pt x="804" y="1125"/>
                  <a:pt x="798" y="1131"/>
                </a:cubicBezTo>
                <a:cubicBezTo>
                  <a:pt x="792" y="1137"/>
                  <a:pt x="789" y="1145"/>
                  <a:pt x="789" y="1153"/>
                </a:cubicBezTo>
                <a:cubicBezTo>
                  <a:pt x="789" y="1162"/>
                  <a:pt x="792" y="1170"/>
                  <a:pt x="798" y="1176"/>
                </a:cubicBezTo>
                <a:cubicBezTo>
                  <a:pt x="804" y="1182"/>
                  <a:pt x="812" y="1185"/>
                  <a:pt x="820" y="1185"/>
                </a:cubicBezTo>
                <a:moveTo>
                  <a:pt x="869" y="69"/>
                </a:moveTo>
                <a:cubicBezTo>
                  <a:pt x="877" y="69"/>
                  <a:pt x="885" y="66"/>
                  <a:pt x="891" y="60"/>
                </a:cubicBezTo>
                <a:cubicBezTo>
                  <a:pt x="897" y="54"/>
                  <a:pt x="901" y="46"/>
                  <a:pt x="901" y="38"/>
                </a:cubicBezTo>
                <a:cubicBezTo>
                  <a:pt x="901" y="29"/>
                  <a:pt x="897" y="21"/>
                  <a:pt x="891" y="15"/>
                </a:cubicBezTo>
                <a:cubicBezTo>
                  <a:pt x="885" y="9"/>
                  <a:pt x="877" y="6"/>
                  <a:pt x="869" y="6"/>
                </a:cubicBezTo>
                <a:cubicBezTo>
                  <a:pt x="861" y="6"/>
                  <a:pt x="853" y="9"/>
                  <a:pt x="847" y="15"/>
                </a:cubicBezTo>
                <a:cubicBezTo>
                  <a:pt x="841" y="21"/>
                  <a:pt x="837" y="29"/>
                  <a:pt x="837" y="38"/>
                </a:cubicBezTo>
                <a:cubicBezTo>
                  <a:pt x="837" y="46"/>
                  <a:pt x="841" y="54"/>
                  <a:pt x="847" y="60"/>
                </a:cubicBezTo>
                <a:cubicBezTo>
                  <a:pt x="853" y="66"/>
                  <a:pt x="861" y="69"/>
                  <a:pt x="869" y="69"/>
                </a:cubicBezTo>
                <a:moveTo>
                  <a:pt x="893" y="1305"/>
                </a:moveTo>
                <a:cubicBezTo>
                  <a:pt x="902" y="1305"/>
                  <a:pt x="910" y="1302"/>
                  <a:pt x="916" y="1296"/>
                </a:cubicBezTo>
                <a:cubicBezTo>
                  <a:pt x="922" y="1290"/>
                  <a:pt x="925" y="1282"/>
                  <a:pt x="925" y="1273"/>
                </a:cubicBezTo>
                <a:cubicBezTo>
                  <a:pt x="925" y="1265"/>
                  <a:pt x="922" y="1257"/>
                  <a:pt x="916" y="1251"/>
                </a:cubicBezTo>
                <a:cubicBezTo>
                  <a:pt x="910" y="1245"/>
                  <a:pt x="902" y="1242"/>
                  <a:pt x="893" y="1242"/>
                </a:cubicBezTo>
                <a:cubicBezTo>
                  <a:pt x="885" y="1242"/>
                  <a:pt x="877" y="1245"/>
                  <a:pt x="871" y="1251"/>
                </a:cubicBezTo>
                <a:cubicBezTo>
                  <a:pt x="865" y="1257"/>
                  <a:pt x="862" y="1265"/>
                  <a:pt x="862" y="1273"/>
                </a:cubicBezTo>
                <a:cubicBezTo>
                  <a:pt x="862" y="1282"/>
                  <a:pt x="865" y="1290"/>
                  <a:pt x="871" y="1296"/>
                </a:cubicBezTo>
                <a:cubicBezTo>
                  <a:pt x="877" y="1302"/>
                  <a:pt x="885" y="1305"/>
                  <a:pt x="893" y="1305"/>
                </a:cubicBezTo>
                <a:moveTo>
                  <a:pt x="897" y="547"/>
                </a:moveTo>
                <a:cubicBezTo>
                  <a:pt x="906" y="547"/>
                  <a:pt x="914" y="544"/>
                  <a:pt x="920" y="538"/>
                </a:cubicBezTo>
                <a:cubicBezTo>
                  <a:pt x="926" y="532"/>
                  <a:pt x="929" y="524"/>
                  <a:pt x="929" y="516"/>
                </a:cubicBezTo>
                <a:cubicBezTo>
                  <a:pt x="929" y="507"/>
                  <a:pt x="926" y="499"/>
                  <a:pt x="920" y="493"/>
                </a:cubicBezTo>
                <a:cubicBezTo>
                  <a:pt x="914" y="487"/>
                  <a:pt x="906" y="484"/>
                  <a:pt x="897" y="484"/>
                </a:cubicBezTo>
                <a:cubicBezTo>
                  <a:pt x="889" y="484"/>
                  <a:pt x="881" y="487"/>
                  <a:pt x="875" y="493"/>
                </a:cubicBezTo>
                <a:cubicBezTo>
                  <a:pt x="869" y="499"/>
                  <a:pt x="866" y="507"/>
                  <a:pt x="866" y="516"/>
                </a:cubicBezTo>
                <a:cubicBezTo>
                  <a:pt x="866" y="524"/>
                  <a:pt x="869" y="532"/>
                  <a:pt x="875" y="538"/>
                </a:cubicBezTo>
                <a:cubicBezTo>
                  <a:pt x="881" y="544"/>
                  <a:pt x="889" y="547"/>
                  <a:pt x="897" y="547"/>
                </a:cubicBezTo>
                <a:moveTo>
                  <a:pt x="1080" y="286"/>
                </a:moveTo>
                <a:cubicBezTo>
                  <a:pt x="1088" y="286"/>
                  <a:pt x="1096" y="283"/>
                  <a:pt x="1102" y="277"/>
                </a:cubicBezTo>
                <a:cubicBezTo>
                  <a:pt x="1108" y="271"/>
                  <a:pt x="1111" y="263"/>
                  <a:pt x="1111" y="255"/>
                </a:cubicBezTo>
                <a:cubicBezTo>
                  <a:pt x="1111" y="246"/>
                  <a:pt x="1108" y="238"/>
                  <a:pt x="1102" y="232"/>
                </a:cubicBezTo>
                <a:cubicBezTo>
                  <a:pt x="1096" y="226"/>
                  <a:pt x="1088" y="223"/>
                  <a:pt x="1080" y="223"/>
                </a:cubicBezTo>
                <a:cubicBezTo>
                  <a:pt x="1071" y="223"/>
                  <a:pt x="1063" y="226"/>
                  <a:pt x="1057" y="232"/>
                </a:cubicBezTo>
                <a:cubicBezTo>
                  <a:pt x="1052" y="238"/>
                  <a:pt x="1048" y="246"/>
                  <a:pt x="1048" y="255"/>
                </a:cubicBezTo>
                <a:cubicBezTo>
                  <a:pt x="1048" y="263"/>
                  <a:pt x="1052" y="271"/>
                  <a:pt x="1057" y="277"/>
                </a:cubicBezTo>
                <a:cubicBezTo>
                  <a:pt x="1063" y="283"/>
                  <a:pt x="1071" y="286"/>
                  <a:pt x="1080" y="286"/>
                </a:cubicBezTo>
                <a:moveTo>
                  <a:pt x="1169" y="517"/>
                </a:moveTo>
                <a:cubicBezTo>
                  <a:pt x="1177" y="517"/>
                  <a:pt x="1185" y="514"/>
                  <a:pt x="1191" y="508"/>
                </a:cubicBezTo>
                <a:cubicBezTo>
                  <a:pt x="1197" y="502"/>
                  <a:pt x="1201" y="494"/>
                  <a:pt x="1201" y="486"/>
                </a:cubicBezTo>
                <a:cubicBezTo>
                  <a:pt x="1201" y="477"/>
                  <a:pt x="1197" y="469"/>
                  <a:pt x="1191" y="463"/>
                </a:cubicBezTo>
                <a:cubicBezTo>
                  <a:pt x="1185" y="457"/>
                  <a:pt x="1177" y="454"/>
                  <a:pt x="1169" y="454"/>
                </a:cubicBezTo>
                <a:cubicBezTo>
                  <a:pt x="1161" y="454"/>
                  <a:pt x="1153" y="457"/>
                  <a:pt x="1147" y="463"/>
                </a:cubicBezTo>
                <a:cubicBezTo>
                  <a:pt x="1141" y="469"/>
                  <a:pt x="1137" y="477"/>
                  <a:pt x="1137" y="486"/>
                </a:cubicBezTo>
                <a:cubicBezTo>
                  <a:pt x="1137" y="494"/>
                  <a:pt x="1141" y="502"/>
                  <a:pt x="1147" y="508"/>
                </a:cubicBezTo>
                <a:cubicBezTo>
                  <a:pt x="1153" y="514"/>
                  <a:pt x="1161" y="517"/>
                  <a:pt x="1169" y="517"/>
                </a:cubicBezTo>
                <a:moveTo>
                  <a:pt x="1185" y="480"/>
                </a:moveTo>
                <a:cubicBezTo>
                  <a:pt x="1194" y="480"/>
                  <a:pt x="1202" y="477"/>
                  <a:pt x="1208" y="471"/>
                </a:cubicBezTo>
                <a:cubicBezTo>
                  <a:pt x="1214" y="465"/>
                  <a:pt x="1217" y="457"/>
                  <a:pt x="1217" y="449"/>
                </a:cubicBezTo>
                <a:cubicBezTo>
                  <a:pt x="1217" y="440"/>
                  <a:pt x="1214" y="432"/>
                  <a:pt x="1208" y="426"/>
                </a:cubicBezTo>
                <a:cubicBezTo>
                  <a:pt x="1202" y="421"/>
                  <a:pt x="1194" y="417"/>
                  <a:pt x="1185" y="417"/>
                </a:cubicBezTo>
                <a:cubicBezTo>
                  <a:pt x="1177" y="417"/>
                  <a:pt x="1169" y="421"/>
                  <a:pt x="1163" y="426"/>
                </a:cubicBezTo>
                <a:cubicBezTo>
                  <a:pt x="1157" y="432"/>
                  <a:pt x="1154" y="440"/>
                  <a:pt x="1154" y="449"/>
                </a:cubicBezTo>
                <a:cubicBezTo>
                  <a:pt x="1154" y="457"/>
                  <a:pt x="1157" y="465"/>
                  <a:pt x="1163" y="471"/>
                </a:cubicBezTo>
                <a:cubicBezTo>
                  <a:pt x="1169" y="477"/>
                  <a:pt x="1177" y="480"/>
                  <a:pt x="1185" y="480"/>
                </a:cubicBezTo>
                <a:moveTo>
                  <a:pt x="1189" y="1145"/>
                </a:moveTo>
                <a:cubicBezTo>
                  <a:pt x="1198" y="1145"/>
                  <a:pt x="1206" y="1142"/>
                  <a:pt x="1212" y="1136"/>
                </a:cubicBezTo>
                <a:cubicBezTo>
                  <a:pt x="1218" y="1130"/>
                  <a:pt x="1221" y="1122"/>
                  <a:pt x="1221" y="1113"/>
                </a:cubicBezTo>
                <a:cubicBezTo>
                  <a:pt x="1221" y="1105"/>
                  <a:pt x="1218" y="1097"/>
                  <a:pt x="1212" y="1091"/>
                </a:cubicBezTo>
                <a:cubicBezTo>
                  <a:pt x="1206" y="1085"/>
                  <a:pt x="1198" y="1082"/>
                  <a:pt x="1189" y="1082"/>
                </a:cubicBezTo>
                <a:cubicBezTo>
                  <a:pt x="1181" y="1082"/>
                  <a:pt x="1173" y="1085"/>
                  <a:pt x="1167" y="1091"/>
                </a:cubicBezTo>
                <a:cubicBezTo>
                  <a:pt x="1161" y="1097"/>
                  <a:pt x="1158" y="1105"/>
                  <a:pt x="1158" y="1113"/>
                </a:cubicBezTo>
                <a:cubicBezTo>
                  <a:pt x="1158" y="1122"/>
                  <a:pt x="1161" y="1130"/>
                  <a:pt x="1167" y="1136"/>
                </a:cubicBezTo>
                <a:cubicBezTo>
                  <a:pt x="1173" y="1142"/>
                  <a:pt x="1181" y="1145"/>
                  <a:pt x="1189" y="1145"/>
                </a:cubicBezTo>
                <a:moveTo>
                  <a:pt x="1258" y="1302"/>
                </a:moveTo>
                <a:cubicBezTo>
                  <a:pt x="1267" y="1302"/>
                  <a:pt x="1275" y="1299"/>
                  <a:pt x="1281" y="1293"/>
                </a:cubicBezTo>
                <a:cubicBezTo>
                  <a:pt x="1287" y="1287"/>
                  <a:pt x="1290" y="1279"/>
                  <a:pt x="1290" y="1271"/>
                </a:cubicBezTo>
                <a:cubicBezTo>
                  <a:pt x="1290" y="1262"/>
                  <a:pt x="1287" y="1254"/>
                  <a:pt x="1281" y="1248"/>
                </a:cubicBezTo>
                <a:cubicBezTo>
                  <a:pt x="1275" y="1242"/>
                  <a:pt x="1267" y="1239"/>
                  <a:pt x="1258" y="1239"/>
                </a:cubicBezTo>
                <a:cubicBezTo>
                  <a:pt x="1250" y="1239"/>
                  <a:pt x="1242" y="1242"/>
                  <a:pt x="1236" y="1248"/>
                </a:cubicBezTo>
                <a:cubicBezTo>
                  <a:pt x="1230" y="1254"/>
                  <a:pt x="1227" y="1262"/>
                  <a:pt x="1227" y="1271"/>
                </a:cubicBezTo>
                <a:cubicBezTo>
                  <a:pt x="1227" y="1279"/>
                  <a:pt x="1230" y="1287"/>
                  <a:pt x="1236" y="1293"/>
                </a:cubicBezTo>
                <a:cubicBezTo>
                  <a:pt x="1242" y="1299"/>
                  <a:pt x="1250" y="1302"/>
                  <a:pt x="1258" y="1302"/>
                </a:cubicBezTo>
                <a:moveTo>
                  <a:pt x="1266" y="1625"/>
                </a:moveTo>
                <a:cubicBezTo>
                  <a:pt x="1275" y="1625"/>
                  <a:pt x="1283" y="1622"/>
                  <a:pt x="1289" y="1616"/>
                </a:cubicBezTo>
                <a:cubicBezTo>
                  <a:pt x="1295" y="1610"/>
                  <a:pt x="1298" y="1602"/>
                  <a:pt x="1298" y="1594"/>
                </a:cubicBezTo>
                <a:cubicBezTo>
                  <a:pt x="1298" y="1585"/>
                  <a:pt x="1295" y="1577"/>
                  <a:pt x="1289" y="1571"/>
                </a:cubicBezTo>
                <a:cubicBezTo>
                  <a:pt x="1283" y="1565"/>
                  <a:pt x="1275" y="1562"/>
                  <a:pt x="1266" y="1562"/>
                </a:cubicBezTo>
                <a:cubicBezTo>
                  <a:pt x="1258" y="1562"/>
                  <a:pt x="1250" y="1565"/>
                  <a:pt x="1244" y="1571"/>
                </a:cubicBezTo>
                <a:cubicBezTo>
                  <a:pt x="1238" y="1577"/>
                  <a:pt x="1235" y="1585"/>
                  <a:pt x="1235" y="1594"/>
                </a:cubicBezTo>
                <a:cubicBezTo>
                  <a:pt x="1235" y="1602"/>
                  <a:pt x="1238" y="1610"/>
                  <a:pt x="1244" y="1616"/>
                </a:cubicBezTo>
                <a:cubicBezTo>
                  <a:pt x="1250" y="1622"/>
                  <a:pt x="1258" y="1625"/>
                  <a:pt x="1266" y="1625"/>
                </a:cubicBezTo>
                <a:moveTo>
                  <a:pt x="1283" y="1164"/>
                </a:moveTo>
                <a:cubicBezTo>
                  <a:pt x="1291" y="1164"/>
                  <a:pt x="1299" y="1160"/>
                  <a:pt x="1305" y="1154"/>
                </a:cubicBezTo>
                <a:cubicBezTo>
                  <a:pt x="1311" y="1148"/>
                  <a:pt x="1314" y="1140"/>
                  <a:pt x="1314" y="1132"/>
                </a:cubicBezTo>
                <a:cubicBezTo>
                  <a:pt x="1314" y="1124"/>
                  <a:pt x="1311" y="1116"/>
                  <a:pt x="1305" y="1110"/>
                </a:cubicBezTo>
                <a:cubicBezTo>
                  <a:pt x="1299" y="1104"/>
                  <a:pt x="1291" y="1100"/>
                  <a:pt x="1283" y="1100"/>
                </a:cubicBezTo>
                <a:cubicBezTo>
                  <a:pt x="1274" y="1100"/>
                  <a:pt x="1266" y="1104"/>
                  <a:pt x="1260" y="1110"/>
                </a:cubicBezTo>
                <a:cubicBezTo>
                  <a:pt x="1254" y="1116"/>
                  <a:pt x="1251" y="1124"/>
                  <a:pt x="1251" y="1132"/>
                </a:cubicBezTo>
                <a:cubicBezTo>
                  <a:pt x="1251" y="1140"/>
                  <a:pt x="1254" y="1148"/>
                  <a:pt x="1260" y="1154"/>
                </a:cubicBezTo>
                <a:cubicBezTo>
                  <a:pt x="1266" y="1160"/>
                  <a:pt x="1274" y="1164"/>
                  <a:pt x="1283" y="1164"/>
                </a:cubicBezTo>
                <a:moveTo>
                  <a:pt x="1287" y="752"/>
                </a:moveTo>
                <a:cubicBezTo>
                  <a:pt x="1295" y="752"/>
                  <a:pt x="1303" y="749"/>
                  <a:pt x="1309" y="743"/>
                </a:cubicBezTo>
                <a:cubicBezTo>
                  <a:pt x="1315" y="737"/>
                  <a:pt x="1318" y="729"/>
                  <a:pt x="1318" y="721"/>
                </a:cubicBezTo>
                <a:cubicBezTo>
                  <a:pt x="1318" y="712"/>
                  <a:pt x="1315" y="704"/>
                  <a:pt x="1309" y="698"/>
                </a:cubicBezTo>
                <a:cubicBezTo>
                  <a:pt x="1303" y="692"/>
                  <a:pt x="1295" y="689"/>
                  <a:pt x="1287" y="689"/>
                </a:cubicBezTo>
                <a:cubicBezTo>
                  <a:pt x="1278" y="689"/>
                  <a:pt x="1270" y="692"/>
                  <a:pt x="1264" y="698"/>
                </a:cubicBezTo>
                <a:cubicBezTo>
                  <a:pt x="1258" y="704"/>
                  <a:pt x="1255" y="712"/>
                  <a:pt x="1255" y="721"/>
                </a:cubicBezTo>
                <a:cubicBezTo>
                  <a:pt x="1255" y="729"/>
                  <a:pt x="1258" y="737"/>
                  <a:pt x="1264" y="743"/>
                </a:cubicBezTo>
                <a:cubicBezTo>
                  <a:pt x="1270" y="749"/>
                  <a:pt x="1278" y="752"/>
                  <a:pt x="1287" y="752"/>
                </a:cubicBezTo>
                <a:moveTo>
                  <a:pt x="1307" y="396"/>
                </a:moveTo>
                <a:cubicBezTo>
                  <a:pt x="1315" y="396"/>
                  <a:pt x="1323" y="393"/>
                  <a:pt x="1329" y="387"/>
                </a:cubicBezTo>
                <a:cubicBezTo>
                  <a:pt x="1335" y="381"/>
                  <a:pt x="1339" y="373"/>
                  <a:pt x="1339" y="365"/>
                </a:cubicBezTo>
                <a:cubicBezTo>
                  <a:pt x="1339" y="356"/>
                  <a:pt x="1335" y="348"/>
                  <a:pt x="1329" y="342"/>
                </a:cubicBezTo>
                <a:cubicBezTo>
                  <a:pt x="1323" y="336"/>
                  <a:pt x="1315" y="333"/>
                  <a:pt x="1307" y="333"/>
                </a:cubicBezTo>
                <a:cubicBezTo>
                  <a:pt x="1299" y="333"/>
                  <a:pt x="1290" y="336"/>
                  <a:pt x="1285" y="342"/>
                </a:cubicBezTo>
                <a:cubicBezTo>
                  <a:pt x="1279" y="348"/>
                  <a:pt x="1275" y="356"/>
                  <a:pt x="1275" y="365"/>
                </a:cubicBezTo>
                <a:cubicBezTo>
                  <a:pt x="1275" y="373"/>
                  <a:pt x="1279" y="381"/>
                  <a:pt x="1285" y="387"/>
                </a:cubicBezTo>
                <a:cubicBezTo>
                  <a:pt x="1290" y="393"/>
                  <a:pt x="1299" y="396"/>
                  <a:pt x="1307" y="396"/>
                </a:cubicBezTo>
                <a:moveTo>
                  <a:pt x="1315" y="699"/>
                </a:moveTo>
                <a:cubicBezTo>
                  <a:pt x="1323" y="699"/>
                  <a:pt x="1331" y="696"/>
                  <a:pt x="1337" y="690"/>
                </a:cubicBezTo>
                <a:cubicBezTo>
                  <a:pt x="1343" y="684"/>
                  <a:pt x="1347" y="676"/>
                  <a:pt x="1347" y="668"/>
                </a:cubicBezTo>
                <a:cubicBezTo>
                  <a:pt x="1347" y="659"/>
                  <a:pt x="1343" y="651"/>
                  <a:pt x="1337" y="645"/>
                </a:cubicBezTo>
                <a:cubicBezTo>
                  <a:pt x="1331" y="639"/>
                  <a:pt x="1323" y="636"/>
                  <a:pt x="1315" y="636"/>
                </a:cubicBezTo>
                <a:cubicBezTo>
                  <a:pt x="1307" y="636"/>
                  <a:pt x="1299" y="639"/>
                  <a:pt x="1293" y="645"/>
                </a:cubicBezTo>
                <a:cubicBezTo>
                  <a:pt x="1287" y="651"/>
                  <a:pt x="1283" y="659"/>
                  <a:pt x="1283" y="668"/>
                </a:cubicBezTo>
                <a:cubicBezTo>
                  <a:pt x="1283" y="676"/>
                  <a:pt x="1287" y="684"/>
                  <a:pt x="1293" y="690"/>
                </a:cubicBezTo>
                <a:cubicBezTo>
                  <a:pt x="1299" y="696"/>
                  <a:pt x="1307" y="699"/>
                  <a:pt x="1315" y="699"/>
                </a:cubicBezTo>
                <a:moveTo>
                  <a:pt x="1335" y="1110"/>
                </a:moveTo>
                <a:cubicBezTo>
                  <a:pt x="1344" y="1110"/>
                  <a:pt x="1352" y="1106"/>
                  <a:pt x="1358" y="1101"/>
                </a:cubicBezTo>
                <a:cubicBezTo>
                  <a:pt x="1364" y="1095"/>
                  <a:pt x="1367" y="1087"/>
                  <a:pt x="1367" y="1078"/>
                </a:cubicBezTo>
                <a:cubicBezTo>
                  <a:pt x="1367" y="1070"/>
                  <a:pt x="1364" y="1062"/>
                  <a:pt x="1358" y="1056"/>
                </a:cubicBezTo>
                <a:cubicBezTo>
                  <a:pt x="1352" y="1050"/>
                  <a:pt x="1344" y="1047"/>
                  <a:pt x="1335" y="1047"/>
                </a:cubicBezTo>
                <a:cubicBezTo>
                  <a:pt x="1327" y="1047"/>
                  <a:pt x="1319" y="1050"/>
                  <a:pt x="1313" y="1056"/>
                </a:cubicBezTo>
                <a:cubicBezTo>
                  <a:pt x="1307" y="1062"/>
                  <a:pt x="1304" y="1070"/>
                  <a:pt x="1304" y="1078"/>
                </a:cubicBezTo>
                <a:cubicBezTo>
                  <a:pt x="1304" y="1087"/>
                  <a:pt x="1307" y="1095"/>
                  <a:pt x="1313" y="1101"/>
                </a:cubicBezTo>
                <a:cubicBezTo>
                  <a:pt x="1319" y="1106"/>
                  <a:pt x="1327" y="1110"/>
                  <a:pt x="1335" y="1110"/>
                </a:cubicBezTo>
                <a:moveTo>
                  <a:pt x="1364" y="1359"/>
                </a:moveTo>
                <a:cubicBezTo>
                  <a:pt x="1372" y="1359"/>
                  <a:pt x="1380" y="1356"/>
                  <a:pt x="1386" y="1350"/>
                </a:cubicBezTo>
                <a:cubicBezTo>
                  <a:pt x="1392" y="1344"/>
                  <a:pt x="1395" y="1336"/>
                  <a:pt x="1395" y="1327"/>
                </a:cubicBezTo>
                <a:cubicBezTo>
                  <a:pt x="1395" y="1319"/>
                  <a:pt x="1392" y="1311"/>
                  <a:pt x="1386" y="1305"/>
                </a:cubicBezTo>
                <a:cubicBezTo>
                  <a:pt x="1380" y="1299"/>
                  <a:pt x="1372" y="1296"/>
                  <a:pt x="1364" y="1296"/>
                </a:cubicBezTo>
                <a:cubicBezTo>
                  <a:pt x="1355" y="1296"/>
                  <a:pt x="1347" y="1299"/>
                  <a:pt x="1341" y="1305"/>
                </a:cubicBezTo>
                <a:cubicBezTo>
                  <a:pt x="1335" y="1311"/>
                  <a:pt x="1332" y="1319"/>
                  <a:pt x="1332" y="1327"/>
                </a:cubicBezTo>
                <a:cubicBezTo>
                  <a:pt x="1332" y="1336"/>
                  <a:pt x="1335" y="1344"/>
                  <a:pt x="1341" y="1350"/>
                </a:cubicBezTo>
                <a:cubicBezTo>
                  <a:pt x="1347" y="1356"/>
                  <a:pt x="1355" y="1359"/>
                  <a:pt x="1364" y="1359"/>
                </a:cubicBezTo>
                <a:moveTo>
                  <a:pt x="1546" y="951"/>
                </a:moveTo>
                <a:cubicBezTo>
                  <a:pt x="1555" y="951"/>
                  <a:pt x="1563" y="948"/>
                  <a:pt x="1569" y="942"/>
                </a:cubicBezTo>
                <a:cubicBezTo>
                  <a:pt x="1574" y="936"/>
                  <a:pt x="1578" y="928"/>
                  <a:pt x="1578" y="920"/>
                </a:cubicBezTo>
                <a:cubicBezTo>
                  <a:pt x="1578" y="911"/>
                  <a:pt x="1574" y="903"/>
                  <a:pt x="1569" y="897"/>
                </a:cubicBezTo>
                <a:cubicBezTo>
                  <a:pt x="1563" y="891"/>
                  <a:pt x="1555" y="888"/>
                  <a:pt x="1546" y="888"/>
                </a:cubicBezTo>
                <a:cubicBezTo>
                  <a:pt x="1538" y="888"/>
                  <a:pt x="1530" y="891"/>
                  <a:pt x="1524" y="897"/>
                </a:cubicBezTo>
                <a:cubicBezTo>
                  <a:pt x="1518" y="903"/>
                  <a:pt x="1515" y="911"/>
                  <a:pt x="1515" y="920"/>
                </a:cubicBezTo>
                <a:cubicBezTo>
                  <a:pt x="1515" y="928"/>
                  <a:pt x="1518" y="936"/>
                  <a:pt x="1524" y="942"/>
                </a:cubicBezTo>
                <a:cubicBezTo>
                  <a:pt x="1530" y="948"/>
                  <a:pt x="1538" y="951"/>
                  <a:pt x="1546" y="951"/>
                </a:cubicBezTo>
                <a:moveTo>
                  <a:pt x="1550" y="369"/>
                </a:moveTo>
                <a:cubicBezTo>
                  <a:pt x="1559" y="369"/>
                  <a:pt x="1567" y="365"/>
                  <a:pt x="1573" y="360"/>
                </a:cubicBezTo>
                <a:cubicBezTo>
                  <a:pt x="1579" y="354"/>
                  <a:pt x="1582" y="346"/>
                  <a:pt x="1582" y="337"/>
                </a:cubicBezTo>
                <a:cubicBezTo>
                  <a:pt x="1582" y="329"/>
                  <a:pt x="1579" y="321"/>
                  <a:pt x="1573" y="315"/>
                </a:cubicBezTo>
                <a:cubicBezTo>
                  <a:pt x="1567" y="309"/>
                  <a:pt x="1559" y="306"/>
                  <a:pt x="1550" y="306"/>
                </a:cubicBezTo>
                <a:cubicBezTo>
                  <a:pt x="1542" y="306"/>
                  <a:pt x="1534" y="309"/>
                  <a:pt x="1528" y="315"/>
                </a:cubicBezTo>
                <a:cubicBezTo>
                  <a:pt x="1522" y="321"/>
                  <a:pt x="1519" y="329"/>
                  <a:pt x="1519" y="337"/>
                </a:cubicBezTo>
                <a:cubicBezTo>
                  <a:pt x="1519" y="346"/>
                  <a:pt x="1522" y="354"/>
                  <a:pt x="1528" y="360"/>
                </a:cubicBezTo>
                <a:cubicBezTo>
                  <a:pt x="1534" y="365"/>
                  <a:pt x="1542" y="369"/>
                  <a:pt x="1550" y="369"/>
                </a:cubicBezTo>
                <a:moveTo>
                  <a:pt x="1558" y="1079"/>
                </a:moveTo>
                <a:cubicBezTo>
                  <a:pt x="1567" y="1079"/>
                  <a:pt x="1575" y="1076"/>
                  <a:pt x="1581" y="1070"/>
                </a:cubicBezTo>
                <a:cubicBezTo>
                  <a:pt x="1587" y="1064"/>
                  <a:pt x="1590" y="1056"/>
                  <a:pt x="1590" y="1048"/>
                </a:cubicBezTo>
                <a:cubicBezTo>
                  <a:pt x="1590" y="1039"/>
                  <a:pt x="1587" y="1031"/>
                  <a:pt x="1581" y="1025"/>
                </a:cubicBezTo>
                <a:cubicBezTo>
                  <a:pt x="1575" y="1020"/>
                  <a:pt x="1567" y="1016"/>
                  <a:pt x="1558" y="1016"/>
                </a:cubicBezTo>
                <a:cubicBezTo>
                  <a:pt x="1550" y="1016"/>
                  <a:pt x="1542" y="1020"/>
                  <a:pt x="1536" y="1025"/>
                </a:cubicBezTo>
                <a:cubicBezTo>
                  <a:pt x="1530" y="1031"/>
                  <a:pt x="1527" y="1039"/>
                  <a:pt x="1527" y="1048"/>
                </a:cubicBezTo>
                <a:cubicBezTo>
                  <a:pt x="1527" y="1056"/>
                  <a:pt x="1530" y="1064"/>
                  <a:pt x="1536" y="1070"/>
                </a:cubicBezTo>
                <a:cubicBezTo>
                  <a:pt x="1542" y="1076"/>
                  <a:pt x="1550" y="1079"/>
                  <a:pt x="1558" y="1079"/>
                </a:cubicBezTo>
                <a:moveTo>
                  <a:pt x="1571" y="470"/>
                </a:moveTo>
                <a:cubicBezTo>
                  <a:pt x="1579" y="470"/>
                  <a:pt x="1587" y="466"/>
                  <a:pt x="1593" y="460"/>
                </a:cubicBezTo>
                <a:cubicBezTo>
                  <a:pt x="1599" y="455"/>
                  <a:pt x="1602" y="446"/>
                  <a:pt x="1602" y="438"/>
                </a:cubicBezTo>
                <a:cubicBezTo>
                  <a:pt x="1602" y="430"/>
                  <a:pt x="1599" y="422"/>
                  <a:pt x="1593" y="416"/>
                </a:cubicBezTo>
                <a:cubicBezTo>
                  <a:pt x="1587" y="410"/>
                  <a:pt x="1579" y="406"/>
                  <a:pt x="1571" y="406"/>
                </a:cubicBezTo>
                <a:cubicBezTo>
                  <a:pt x="1562" y="406"/>
                  <a:pt x="1554" y="410"/>
                  <a:pt x="1548" y="416"/>
                </a:cubicBezTo>
                <a:cubicBezTo>
                  <a:pt x="1542" y="422"/>
                  <a:pt x="1539" y="430"/>
                  <a:pt x="1539" y="438"/>
                </a:cubicBezTo>
                <a:cubicBezTo>
                  <a:pt x="1539" y="446"/>
                  <a:pt x="1542" y="455"/>
                  <a:pt x="1548" y="460"/>
                </a:cubicBezTo>
                <a:cubicBezTo>
                  <a:pt x="1554" y="466"/>
                  <a:pt x="1562" y="470"/>
                  <a:pt x="1571" y="470"/>
                </a:cubicBezTo>
                <a:moveTo>
                  <a:pt x="1575" y="941"/>
                </a:moveTo>
                <a:cubicBezTo>
                  <a:pt x="1583" y="941"/>
                  <a:pt x="1591" y="938"/>
                  <a:pt x="1597" y="932"/>
                </a:cubicBezTo>
                <a:cubicBezTo>
                  <a:pt x="1603" y="926"/>
                  <a:pt x="1606" y="918"/>
                  <a:pt x="1606" y="909"/>
                </a:cubicBezTo>
                <a:cubicBezTo>
                  <a:pt x="1606" y="901"/>
                  <a:pt x="1603" y="893"/>
                  <a:pt x="1597" y="887"/>
                </a:cubicBezTo>
                <a:cubicBezTo>
                  <a:pt x="1591" y="881"/>
                  <a:pt x="1583" y="878"/>
                  <a:pt x="1575" y="878"/>
                </a:cubicBezTo>
                <a:cubicBezTo>
                  <a:pt x="1566" y="878"/>
                  <a:pt x="1558" y="881"/>
                  <a:pt x="1552" y="887"/>
                </a:cubicBezTo>
                <a:cubicBezTo>
                  <a:pt x="1546" y="893"/>
                  <a:pt x="1543" y="901"/>
                  <a:pt x="1543" y="909"/>
                </a:cubicBezTo>
                <a:cubicBezTo>
                  <a:pt x="1543" y="918"/>
                  <a:pt x="1546" y="926"/>
                  <a:pt x="1552" y="932"/>
                </a:cubicBezTo>
                <a:cubicBezTo>
                  <a:pt x="1558" y="938"/>
                  <a:pt x="1566" y="941"/>
                  <a:pt x="1575" y="941"/>
                </a:cubicBezTo>
                <a:moveTo>
                  <a:pt x="1708" y="195"/>
                </a:moveTo>
                <a:cubicBezTo>
                  <a:pt x="1717" y="195"/>
                  <a:pt x="1725" y="192"/>
                  <a:pt x="1731" y="186"/>
                </a:cubicBezTo>
                <a:cubicBezTo>
                  <a:pt x="1737" y="180"/>
                  <a:pt x="1740" y="172"/>
                  <a:pt x="1740" y="164"/>
                </a:cubicBezTo>
                <a:cubicBezTo>
                  <a:pt x="1740" y="155"/>
                  <a:pt x="1737" y="147"/>
                  <a:pt x="1731" y="141"/>
                </a:cubicBezTo>
                <a:cubicBezTo>
                  <a:pt x="1725" y="135"/>
                  <a:pt x="1717" y="132"/>
                  <a:pt x="1708" y="132"/>
                </a:cubicBezTo>
                <a:cubicBezTo>
                  <a:pt x="1700" y="132"/>
                  <a:pt x="1692" y="135"/>
                  <a:pt x="1686" y="141"/>
                </a:cubicBezTo>
                <a:cubicBezTo>
                  <a:pt x="1680" y="147"/>
                  <a:pt x="1677" y="155"/>
                  <a:pt x="1677" y="164"/>
                </a:cubicBezTo>
                <a:cubicBezTo>
                  <a:pt x="1677" y="172"/>
                  <a:pt x="1680" y="180"/>
                  <a:pt x="1686" y="186"/>
                </a:cubicBezTo>
                <a:cubicBezTo>
                  <a:pt x="1692" y="192"/>
                  <a:pt x="1700" y="195"/>
                  <a:pt x="1708" y="195"/>
                </a:cubicBezTo>
                <a:moveTo>
                  <a:pt x="1773" y="892"/>
                </a:moveTo>
                <a:cubicBezTo>
                  <a:pt x="1782" y="892"/>
                  <a:pt x="1790" y="889"/>
                  <a:pt x="1796" y="883"/>
                </a:cubicBezTo>
                <a:cubicBezTo>
                  <a:pt x="1802" y="877"/>
                  <a:pt x="1805" y="869"/>
                  <a:pt x="1805" y="861"/>
                </a:cubicBezTo>
                <a:cubicBezTo>
                  <a:pt x="1805" y="852"/>
                  <a:pt x="1802" y="844"/>
                  <a:pt x="1796" y="838"/>
                </a:cubicBezTo>
                <a:cubicBezTo>
                  <a:pt x="1790" y="833"/>
                  <a:pt x="1782" y="829"/>
                  <a:pt x="1773" y="829"/>
                </a:cubicBezTo>
                <a:cubicBezTo>
                  <a:pt x="1765" y="829"/>
                  <a:pt x="1757" y="833"/>
                  <a:pt x="1751" y="838"/>
                </a:cubicBezTo>
                <a:cubicBezTo>
                  <a:pt x="1745" y="844"/>
                  <a:pt x="1742" y="852"/>
                  <a:pt x="1742" y="861"/>
                </a:cubicBezTo>
                <a:cubicBezTo>
                  <a:pt x="1742" y="869"/>
                  <a:pt x="1745" y="877"/>
                  <a:pt x="1751" y="883"/>
                </a:cubicBezTo>
                <a:cubicBezTo>
                  <a:pt x="1757" y="889"/>
                  <a:pt x="1765" y="892"/>
                  <a:pt x="1773" y="892"/>
                </a:cubicBezTo>
                <a:moveTo>
                  <a:pt x="1777" y="964"/>
                </a:moveTo>
                <a:cubicBezTo>
                  <a:pt x="1786" y="964"/>
                  <a:pt x="1794" y="961"/>
                  <a:pt x="1800" y="955"/>
                </a:cubicBezTo>
                <a:cubicBezTo>
                  <a:pt x="1806" y="949"/>
                  <a:pt x="1809" y="941"/>
                  <a:pt x="1809" y="933"/>
                </a:cubicBezTo>
                <a:cubicBezTo>
                  <a:pt x="1809" y="924"/>
                  <a:pt x="1806" y="916"/>
                  <a:pt x="1800" y="910"/>
                </a:cubicBezTo>
                <a:cubicBezTo>
                  <a:pt x="1794" y="904"/>
                  <a:pt x="1786" y="901"/>
                  <a:pt x="1777" y="901"/>
                </a:cubicBezTo>
                <a:cubicBezTo>
                  <a:pt x="1769" y="901"/>
                  <a:pt x="1761" y="904"/>
                  <a:pt x="1755" y="910"/>
                </a:cubicBezTo>
                <a:cubicBezTo>
                  <a:pt x="1749" y="916"/>
                  <a:pt x="1746" y="924"/>
                  <a:pt x="1746" y="933"/>
                </a:cubicBezTo>
                <a:cubicBezTo>
                  <a:pt x="1746" y="941"/>
                  <a:pt x="1749" y="949"/>
                  <a:pt x="1755" y="955"/>
                </a:cubicBezTo>
                <a:cubicBezTo>
                  <a:pt x="1761" y="961"/>
                  <a:pt x="1769" y="964"/>
                  <a:pt x="1777" y="964"/>
                </a:cubicBezTo>
                <a:moveTo>
                  <a:pt x="1781" y="886"/>
                </a:moveTo>
                <a:cubicBezTo>
                  <a:pt x="1790" y="886"/>
                  <a:pt x="1798" y="883"/>
                  <a:pt x="1804" y="877"/>
                </a:cubicBezTo>
                <a:cubicBezTo>
                  <a:pt x="1810" y="871"/>
                  <a:pt x="1813" y="863"/>
                  <a:pt x="1813" y="855"/>
                </a:cubicBezTo>
                <a:cubicBezTo>
                  <a:pt x="1813" y="846"/>
                  <a:pt x="1810" y="838"/>
                  <a:pt x="1804" y="832"/>
                </a:cubicBezTo>
                <a:cubicBezTo>
                  <a:pt x="1798" y="826"/>
                  <a:pt x="1790" y="823"/>
                  <a:pt x="1781" y="823"/>
                </a:cubicBezTo>
                <a:cubicBezTo>
                  <a:pt x="1773" y="823"/>
                  <a:pt x="1765" y="826"/>
                  <a:pt x="1759" y="832"/>
                </a:cubicBezTo>
                <a:cubicBezTo>
                  <a:pt x="1753" y="838"/>
                  <a:pt x="1750" y="846"/>
                  <a:pt x="1750" y="855"/>
                </a:cubicBezTo>
                <a:cubicBezTo>
                  <a:pt x="1750" y="863"/>
                  <a:pt x="1753" y="871"/>
                  <a:pt x="1759" y="877"/>
                </a:cubicBezTo>
                <a:cubicBezTo>
                  <a:pt x="1765" y="883"/>
                  <a:pt x="1773" y="886"/>
                  <a:pt x="1781" y="886"/>
                </a:cubicBezTo>
                <a:moveTo>
                  <a:pt x="1794" y="424"/>
                </a:moveTo>
                <a:cubicBezTo>
                  <a:pt x="1802" y="424"/>
                  <a:pt x="1810" y="421"/>
                  <a:pt x="1816" y="415"/>
                </a:cubicBezTo>
                <a:cubicBezTo>
                  <a:pt x="1822" y="409"/>
                  <a:pt x="1825" y="401"/>
                  <a:pt x="1825" y="392"/>
                </a:cubicBezTo>
                <a:cubicBezTo>
                  <a:pt x="1825" y="384"/>
                  <a:pt x="1822" y="376"/>
                  <a:pt x="1816" y="370"/>
                </a:cubicBezTo>
                <a:cubicBezTo>
                  <a:pt x="1810" y="364"/>
                  <a:pt x="1802" y="361"/>
                  <a:pt x="1794" y="361"/>
                </a:cubicBezTo>
                <a:cubicBezTo>
                  <a:pt x="1785" y="361"/>
                  <a:pt x="1777" y="364"/>
                  <a:pt x="1771" y="370"/>
                </a:cubicBezTo>
                <a:cubicBezTo>
                  <a:pt x="1765" y="376"/>
                  <a:pt x="1762" y="384"/>
                  <a:pt x="1762" y="392"/>
                </a:cubicBezTo>
                <a:cubicBezTo>
                  <a:pt x="1762" y="401"/>
                  <a:pt x="1765" y="409"/>
                  <a:pt x="1771" y="415"/>
                </a:cubicBezTo>
                <a:cubicBezTo>
                  <a:pt x="1777" y="421"/>
                  <a:pt x="1785" y="424"/>
                  <a:pt x="1794" y="424"/>
                </a:cubicBezTo>
                <a:moveTo>
                  <a:pt x="1846" y="791"/>
                </a:moveTo>
                <a:cubicBezTo>
                  <a:pt x="1855" y="791"/>
                  <a:pt x="1863" y="787"/>
                  <a:pt x="1869" y="781"/>
                </a:cubicBezTo>
                <a:cubicBezTo>
                  <a:pt x="1875" y="775"/>
                  <a:pt x="1878" y="767"/>
                  <a:pt x="1878" y="759"/>
                </a:cubicBezTo>
                <a:cubicBezTo>
                  <a:pt x="1878" y="751"/>
                  <a:pt x="1875" y="743"/>
                  <a:pt x="1869" y="737"/>
                </a:cubicBezTo>
                <a:cubicBezTo>
                  <a:pt x="1863" y="731"/>
                  <a:pt x="1855" y="727"/>
                  <a:pt x="1846" y="727"/>
                </a:cubicBezTo>
                <a:cubicBezTo>
                  <a:pt x="1838" y="727"/>
                  <a:pt x="1830" y="731"/>
                  <a:pt x="1824" y="737"/>
                </a:cubicBezTo>
                <a:cubicBezTo>
                  <a:pt x="1818" y="743"/>
                  <a:pt x="1815" y="751"/>
                  <a:pt x="1815" y="759"/>
                </a:cubicBezTo>
                <a:cubicBezTo>
                  <a:pt x="1815" y="767"/>
                  <a:pt x="1818" y="775"/>
                  <a:pt x="1824" y="781"/>
                </a:cubicBezTo>
                <a:cubicBezTo>
                  <a:pt x="1830" y="787"/>
                  <a:pt x="1838" y="791"/>
                  <a:pt x="1846" y="791"/>
                </a:cubicBezTo>
                <a:moveTo>
                  <a:pt x="1850" y="941"/>
                </a:moveTo>
                <a:cubicBezTo>
                  <a:pt x="1859" y="941"/>
                  <a:pt x="1867" y="937"/>
                  <a:pt x="1873" y="931"/>
                </a:cubicBezTo>
                <a:cubicBezTo>
                  <a:pt x="1879" y="925"/>
                  <a:pt x="1882" y="917"/>
                  <a:pt x="1882" y="909"/>
                </a:cubicBezTo>
                <a:cubicBezTo>
                  <a:pt x="1882" y="901"/>
                  <a:pt x="1879" y="892"/>
                  <a:pt x="1873" y="887"/>
                </a:cubicBezTo>
                <a:cubicBezTo>
                  <a:pt x="1867" y="881"/>
                  <a:pt x="1859" y="877"/>
                  <a:pt x="1850" y="877"/>
                </a:cubicBezTo>
                <a:cubicBezTo>
                  <a:pt x="1842" y="877"/>
                  <a:pt x="1834" y="881"/>
                  <a:pt x="1828" y="887"/>
                </a:cubicBezTo>
                <a:cubicBezTo>
                  <a:pt x="1822" y="892"/>
                  <a:pt x="1819" y="901"/>
                  <a:pt x="1819" y="909"/>
                </a:cubicBezTo>
                <a:cubicBezTo>
                  <a:pt x="1819" y="917"/>
                  <a:pt x="1822" y="925"/>
                  <a:pt x="1828" y="931"/>
                </a:cubicBezTo>
                <a:cubicBezTo>
                  <a:pt x="1834" y="937"/>
                  <a:pt x="1842" y="941"/>
                  <a:pt x="1850" y="941"/>
                </a:cubicBezTo>
                <a:moveTo>
                  <a:pt x="1854" y="775"/>
                </a:moveTo>
                <a:cubicBezTo>
                  <a:pt x="1863" y="775"/>
                  <a:pt x="1871" y="771"/>
                  <a:pt x="1877" y="765"/>
                </a:cubicBezTo>
                <a:cubicBezTo>
                  <a:pt x="1883" y="759"/>
                  <a:pt x="1886" y="751"/>
                  <a:pt x="1886" y="743"/>
                </a:cubicBezTo>
                <a:cubicBezTo>
                  <a:pt x="1886" y="735"/>
                  <a:pt x="1883" y="726"/>
                  <a:pt x="1877" y="721"/>
                </a:cubicBezTo>
                <a:cubicBezTo>
                  <a:pt x="1871" y="715"/>
                  <a:pt x="1863" y="711"/>
                  <a:pt x="1854" y="711"/>
                </a:cubicBezTo>
                <a:cubicBezTo>
                  <a:pt x="1846" y="711"/>
                  <a:pt x="1838" y="715"/>
                  <a:pt x="1832" y="721"/>
                </a:cubicBezTo>
                <a:cubicBezTo>
                  <a:pt x="1826" y="726"/>
                  <a:pt x="1823" y="735"/>
                  <a:pt x="1823" y="743"/>
                </a:cubicBezTo>
                <a:cubicBezTo>
                  <a:pt x="1823" y="751"/>
                  <a:pt x="1826" y="759"/>
                  <a:pt x="1832" y="765"/>
                </a:cubicBezTo>
                <a:cubicBezTo>
                  <a:pt x="1838" y="771"/>
                  <a:pt x="1846" y="775"/>
                  <a:pt x="1854" y="775"/>
                </a:cubicBezTo>
                <a:moveTo>
                  <a:pt x="1858" y="963"/>
                </a:moveTo>
                <a:cubicBezTo>
                  <a:pt x="1867" y="963"/>
                  <a:pt x="1875" y="960"/>
                  <a:pt x="1881" y="954"/>
                </a:cubicBezTo>
                <a:cubicBezTo>
                  <a:pt x="1887" y="948"/>
                  <a:pt x="1890" y="940"/>
                  <a:pt x="1890" y="932"/>
                </a:cubicBezTo>
                <a:cubicBezTo>
                  <a:pt x="1890" y="923"/>
                  <a:pt x="1887" y="915"/>
                  <a:pt x="1881" y="909"/>
                </a:cubicBezTo>
                <a:cubicBezTo>
                  <a:pt x="1875" y="903"/>
                  <a:pt x="1867" y="900"/>
                  <a:pt x="1858" y="900"/>
                </a:cubicBezTo>
                <a:cubicBezTo>
                  <a:pt x="1850" y="900"/>
                  <a:pt x="1842" y="903"/>
                  <a:pt x="1836" y="909"/>
                </a:cubicBezTo>
                <a:cubicBezTo>
                  <a:pt x="1830" y="915"/>
                  <a:pt x="1827" y="923"/>
                  <a:pt x="1827" y="932"/>
                </a:cubicBezTo>
                <a:cubicBezTo>
                  <a:pt x="1827" y="940"/>
                  <a:pt x="1830" y="948"/>
                  <a:pt x="1836" y="954"/>
                </a:cubicBezTo>
                <a:cubicBezTo>
                  <a:pt x="1842" y="960"/>
                  <a:pt x="1850" y="963"/>
                  <a:pt x="1858" y="963"/>
                </a:cubicBezTo>
                <a:moveTo>
                  <a:pt x="1883" y="603"/>
                </a:moveTo>
                <a:cubicBezTo>
                  <a:pt x="1891" y="603"/>
                  <a:pt x="1899" y="600"/>
                  <a:pt x="1905" y="594"/>
                </a:cubicBezTo>
                <a:cubicBezTo>
                  <a:pt x="1911" y="588"/>
                  <a:pt x="1914" y="580"/>
                  <a:pt x="1914" y="572"/>
                </a:cubicBezTo>
                <a:cubicBezTo>
                  <a:pt x="1914" y="563"/>
                  <a:pt x="1911" y="555"/>
                  <a:pt x="1905" y="549"/>
                </a:cubicBezTo>
                <a:cubicBezTo>
                  <a:pt x="1899" y="543"/>
                  <a:pt x="1891" y="540"/>
                  <a:pt x="1883" y="540"/>
                </a:cubicBezTo>
                <a:cubicBezTo>
                  <a:pt x="1874" y="540"/>
                  <a:pt x="1866" y="543"/>
                  <a:pt x="1860" y="549"/>
                </a:cubicBezTo>
                <a:cubicBezTo>
                  <a:pt x="1854" y="555"/>
                  <a:pt x="1851" y="563"/>
                  <a:pt x="1851" y="572"/>
                </a:cubicBezTo>
                <a:cubicBezTo>
                  <a:pt x="1851" y="580"/>
                  <a:pt x="1854" y="588"/>
                  <a:pt x="1860" y="594"/>
                </a:cubicBezTo>
                <a:cubicBezTo>
                  <a:pt x="1866" y="600"/>
                  <a:pt x="1874" y="603"/>
                  <a:pt x="1883" y="603"/>
                </a:cubicBezTo>
                <a:moveTo>
                  <a:pt x="1915" y="531"/>
                </a:moveTo>
                <a:cubicBezTo>
                  <a:pt x="1924" y="531"/>
                  <a:pt x="1932" y="528"/>
                  <a:pt x="1938" y="522"/>
                </a:cubicBezTo>
                <a:cubicBezTo>
                  <a:pt x="1943" y="516"/>
                  <a:pt x="1947" y="508"/>
                  <a:pt x="1947" y="499"/>
                </a:cubicBezTo>
                <a:cubicBezTo>
                  <a:pt x="1947" y="491"/>
                  <a:pt x="1943" y="483"/>
                  <a:pt x="1938" y="477"/>
                </a:cubicBezTo>
                <a:cubicBezTo>
                  <a:pt x="1932" y="471"/>
                  <a:pt x="1924" y="468"/>
                  <a:pt x="1915" y="468"/>
                </a:cubicBezTo>
                <a:cubicBezTo>
                  <a:pt x="1907" y="468"/>
                  <a:pt x="1899" y="471"/>
                  <a:pt x="1893" y="477"/>
                </a:cubicBezTo>
                <a:cubicBezTo>
                  <a:pt x="1887" y="483"/>
                  <a:pt x="1884" y="491"/>
                  <a:pt x="1884" y="499"/>
                </a:cubicBezTo>
                <a:cubicBezTo>
                  <a:pt x="1884" y="508"/>
                  <a:pt x="1887" y="516"/>
                  <a:pt x="1893" y="522"/>
                </a:cubicBezTo>
                <a:cubicBezTo>
                  <a:pt x="1899" y="528"/>
                  <a:pt x="1907" y="531"/>
                  <a:pt x="1915" y="531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2" name="textbox 122"/>
          <p:cNvSpPr/>
          <p:nvPr/>
        </p:nvSpPr>
        <p:spPr>
          <a:xfrm>
            <a:off x="6810527" y="3812043"/>
            <a:ext cx="121920" cy="4729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ts val="955"/>
              </a:lnSpc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700" dirty="0">
              <a:latin typeface="Arial"/>
              <a:ea typeface="Arial"/>
              <a:cs typeface="Arial"/>
            </a:endParaRPr>
          </a:p>
          <a:p>
            <a:pPr marL="62230" algn="l" rtl="0" eaLnBrk="0">
              <a:lnSpc>
                <a:spcPct val="73000"/>
              </a:lnSpc>
              <a:spcBef>
                <a:spcPts val="869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spcBef>
                <a:spcPts val="99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7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ts val="955"/>
              </a:lnSpc>
              <a:spcBef>
                <a:spcPts val="77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869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−1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99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−2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55"/>
              </a:lnSpc>
              <a:spcBef>
                <a:spcPts val="77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−3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ts val="955"/>
              </a:lnSpc>
              <a:spcBef>
                <a:spcPts val="218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700" dirty="0">
              <a:latin typeface="Arial"/>
              <a:ea typeface="Arial"/>
              <a:cs typeface="Arial"/>
            </a:endParaRPr>
          </a:p>
          <a:p>
            <a:pPr marL="62230" algn="l" rtl="0" eaLnBrk="0">
              <a:lnSpc>
                <a:spcPct val="73000"/>
              </a:lnSpc>
              <a:spcBef>
                <a:spcPts val="869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spcBef>
                <a:spcPts val="99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7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ts val="955"/>
              </a:lnSpc>
              <a:spcBef>
                <a:spcPts val="77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869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−1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99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−2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55"/>
              </a:lnSpc>
              <a:spcBef>
                <a:spcPts val="77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−3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ts val="955"/>
              </a:lnSpc>
              <a:spcBef>
                <a:spcPts val="218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endParaRPr sz="700" dirty="0">
              <a:latin typeface="Arial"/>
              <a:ea typeface="Arial"/>
              <a:cs typeface="Arial"/>
            </a:endParaRPr>
          </a:p>
          <a:p>
            <a:pPr marL="62230" algn="l" rtl="0" eaLnBrk="0">
              <a:lnSpc>
                <a:spcPct val="73000"/>
              </a:lnSpc>
              <a:spcBef>
                <a:spcPts val="869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endParaRPr sz="7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3000"/>
              </a:lnSpc>
              <a:spcBef>
                <a:spcPts val="99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endParaRPr sz="7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ts val="955"/>
              </a:lnSpc>
              <a:spcBef>
                <a:spcPts val="77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869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−1</a:t>
            </a: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spcBef>
                <a:spcPts val="99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−2</a:t>
            </a: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55"/>
              </a:lnSpc>
              <a:spcBef>
                <a:spcPts val="2"/>
              </a:spcBef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−3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5594219" y="2995663"/>
            <a:ext cx="24707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432"/>
              </a:lnSpc>
              <a:tabLst/>
            </a:pPr>
            <a:r>
              <a:rPr sz="1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(a) Aggregate effect and a</a:t>
            </a:r>
            <a:r>
              <a:rPr sz="10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ction coverage</a:t>
            </a:r>
            <a:endParaRPr sz="1000" dirty="0">
              <a:latin typeface="Arial"/>
              <a:ea typeface="Arial"/>
              <a:cs typeface="Arial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9788777" y="89122"/>
            <a:ext cx="3127375" cy="165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07645" algn="l" rtl="0" eaLnBrk="0">
              <a:lnSpc>
                <a:spcPts val="1098"/>
              </a:lnSpc>
              <a:tabLst>
                <a:tab pos="260350" algn="l"/>
              </a:tabLst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Hampel effect (</a:t>
            </a:r>
            <a:r>
              <a:rPr sz="800" i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Lucida Sans Unicode"/>
                <a:ea typeface="Lucida Sans Unicode"/>
                <a:cs typeface="Lucida Sans Unicode"/>
              </a:rPr>
              <a:t>= 162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              Window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coverage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(11 frames)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 rot="21600000">
            <a:off x="11333665" y="130809"/>
            <a:ext cx="195579" cy="83820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 rot="21600000">
            <a:off x="9801477" y="130809"/>
            <a:ext cx="195579" cy="83820"/>
          </a:xfrm>
          <a:prstGeom prst="rect">
            <a:avLst/>
          </a:prstGeom>
        </p:spPr>
      </p:pic>
      <p:sp>
        <p:nvSpPr>
          <p:cNvPr id="132" name="textbox 132"/>
          <p:cNvSpPr/>
          <p:nvPr/>
        </p:nvSpPr>
        <p:spPr>
          <a:xfrm>
            <a:off x="7090805" y="8560899"/>
            <a:ext cx="2646679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55"/>
              </a:lnSpc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1                    2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10260152" y="8560899"/>
            <a:ext cx="2646679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55"/>
              </a:lnSpc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1                    2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752110" y="8560899"/>
            <a:ext cx="2507614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55"/>
              </a:lnSpc>
              <a:tabLst/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0             1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3921457" y="8560899"/>
            <a:ext cx="2425064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55"/>
              </a:lnSpc>
              <a:tabLst/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         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3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4                  5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40" name="path 140"/>
          <p:cNvSpPr/>
          <p:nvPr/>
        </p:nvSpPr>
        <p:spPr>
          <a:xfrm>
            <a:off x="8047900" y="4134687"/>
            <a:ext cx="375453" cy="694947"/>
          </a:xfrm>
          <a:custGeom>
            <a:avLst/>
            <a:gdLst/>
            <a:ahLst/>
            <a:cxnLst/>
            <a:rect l="0" t="0" r="0" b="0"/>
            <a:pathLst>
              <a:path w="591" h="1094">
                <a:moveTo>
                  <a:pt x="38" y="935"/>
                </a:moveTo>
                <a:cubicBezTo>
                  <a:pt x="46" y="935"/>
                  <a:pt x="54" y="932"/>
                  <a:pt x="60" y="926"/>
                </a:cubicBezTo>
                <a:cubicBezTo>
                  <a:pt x="66" y="920"/>
                  <a:pt x="69" y="912"/>
                  <a:pt x="69" y="903"/>
                </a:cubicBezTo>
                <a:cubicBezTo>
                  <a:pt x="69" y="895"/>
                  <a:pt x="66" y="887"/>
                  <a:pt x="60" y="881"/>
                </a:cubicBezTo>
                <a:cubicBezTo>
                  <a:pt x="54" y="875"/>
                  <a:pt x="46" y="872"/>
                  <a:pt x="38" y="872"/>
                </a:cubicBezTo>
                <a:cubicBezTo>
                  <a:pt x="29" y="872"/>
                  <a:pt x="21" y="875"/>
                  <a:pt x="15" y="881"/>
                </a:cubicBezTo>
                <a:cubicBezTo>
                  <a:pt x="9" y="887"/>
                  <a:pt x="6" y="895"/>
                  <a:pt x="6" y="903"/>
                </a:cubicBezTo>
                <a:cubicBezTo>
                  <a:pt x="6" y="912"/>
                  <a:pt x="9" y="920"/>
                  <a:pt x="15" y="926"/>
                </a:cubicBezTo>
                <a:cubicBezTo>
                  <a:pt x="21" y="932"/>
                  <a:pt x="29" y="935"/>
                  <a:pt x="38" y="935"/>
                </a:cubicBezTo>
                <a:moveTo>
                  <a:pt x="86" y="122"/>
                </a:moveTo>
                <a:cubicBezTo>
                  <a:pt x="95" y="122"/>
                  <a:pt x="103" y="118"/>
                  <a:pt x="109" y="112"/>
                </a:cubicBezTo>
                <a:cubicBezTo>
                  <a:pt x="115" y="106"/>
                  <a:pt x="118" y="98"/>
                  <a:pt x="118" y="90"/>
                </a:cubicBezTo>
                <a:cubicBezTo>
                  <a:pt x="118" y="82"/>
                  <a:pt x="115" y="74"/>
                  <a:pt x="109" y="68"/>
                </a:cubicBezTo>
                <a:cubicBezTo>
                  <a:pt x="103" y="62"/>
                  <a:pt x="95" y="58"/>
                  <a:pt x="86" y="58"/>
                </a:cubicBezTo>
                <a:cubicBezTo>
                  <a:pt x="78" y="58"/>
                  <a:pt x="70" y="62"/>
                  <a:pt x="64" y="68"/>
                </a:cubicBezTo>
                <a:cubicBezTo>
                  <a:pt x="58" y="74"/>
                  <a:pt x="55" y="82"/>
                  <a:pt x="55" y="90"/>
                </a:cubicBezTo>
                <a:cubicBezTo>
                  <a:pt x="55" y="98"/>
                  <a:pt x="58" y="106"/>
                  <a:pt x="64" y="112"/>
                </a:cubicBezTo>
                <a:cubicBezTo>
                  <a:pt x="70" y="118"/>
                  <a:pt x="78" y="122"/>
                  <a:pt x="86" y="122"/>
                </a:cubicBezTo>
                <a:moveTo>
                  <a:pt x="131" y="518"/>
                </a:moveTo>
                <a:cubicBezTo>
                  <a:pt x="139" y="518"/>
                  <a:pt x="147" y="515"/>
                  <a:pt x="153" y="509"/>
                </a:cubicBezTo>
                <a:cubicBezTo>
                  <a:pt x="159" y="503"/>
                  <a:pt x="163" y="495"/>
                  <a:pt x="163" y="486"/>
                </a:cubicBezTo>
                <a:cubicBezTo>
                  <a:pt x="163" y="478"/>
                  <a:pt x="159" y="470"/>
                  <a:pt x="153" y="464"/>
                </a:cubicBezTo>
                <a:cubicBezTo>
                  <a:pt x="147" y="458"/>
                  <a:pt x="139" y="455"/>
                  <a:pt x="131" y="455"/>
                </a:cubicBezTo>
                <a:cubicBezTo>
                  <a:pt x="123" y="455"/>
                  <a:pt x="114" y="458"/>
                  <a:pt x="109" y="464"/>
                </a:cubicBezTo>
                <a:cubicBezTo>
                  <a:pt x="103" y="470"/>
                  <a:pt x="99" y="478"/>
                  <a:pt x="99" y="486"/>
                </a:cubicBezTo>
                <a:cubicBezTo>
                  <a:pt x="99" y="495"/>
                  <a:pt x="103" y="503"/>
                  <a:pt x="109" y="509"/>
                </a:cubicBezTo>
                <a:cubicBezTo>
                  <a:pt x="114" y="515"/>
                  <a:pt x="123" y="518"/>
                  <a:pt x="131" y="518"/>
                </a:cubicBezTo>
                <a:moveTo>
                  <a:pt x="204" y="413"/>
                </a:moveTo>
                <a:cubicBezTo>
                  <a:pt x="212" y="413"/>
                  <a:pt x="220" y="410"/>
                  <a:pt x="226" y="404"/>
                </a:cubicBezTo>
                <a:cubicBezTo>
                  <a:pt x="232" y="398"/>
                  <a:pt x="236" y="390"/>
                  <a:pt x="236" y="382"/>
                </a:cubicBezTo>
                <a:cubicBezTo>
                  <a:pt x="236" y="373"/>
                  <a:pt x="232" y="365"/>
                  <a:pt x="226" y="359"/>
                </a:cubicBezTo>
                <a:cubicBezTo>
                  <a:pt x="220" y="353"/>
                  <a:pt x="212" y="350"/>
                  <a:pt x="204" y="350"/>
                </a:cubicBezTo>
                <a:cubicBezTo>
                  <a:pt x="196" y="350"/>
                  <a:pt x="187" y="353"/>
                  <a:pt x="182" y="359"/>
                </a:cubicBezTo>
                <a:cubicBezTo>
                  <a:pt x="176" y="365"/>
                  <a:pt x="172" y="373"/>
                  <a:pt x="172" y="382"/>
                </a:cubicBezTo>
                <a:cubicBezTo>
                  <a:pt x="172" y="390"/>
                  <a:pt x="176" y="398"/>
                  <a:pt x="182" y="404"/>
                </a:cubicBezTo>
                <a:cubicBezTo>
                  <a:pt x="187" y="410"/>
                  <a:pt x="196" y="413"/>
                  <a:pt x="204" y="413"/>
                </a:cubicBezTo>
                <a:moveTo>
                  <a:pt x="212" y="69"/>
                </a:moveTo>
                <a:cubicBezTo>
                  <a:pt x="220" y="69"/>
                  <a:pt x="228" y="66"/>
                  <a:pt x="234" y="60"/>
                </a:cubicBezTo>
                <a:cubicBezTo>
                  <a:pt x="240" y="54"/>
                  <a:pt x="244" y="46"/>
                  <a:pt x="244" y="38"/>
                </a:cubicBezTo>
                <a:cubicBezTo>
                  <a:pt x="244" y="29"/>
                  <a:pt x="240" y="21"/>
                  <a:pt x="234" y="15"/>
                </a:cubicBezTo>
                <a:cubicBezTo>
                  <a:pt x="228" y="9"/>
                  <a:pt x="220" y="6"/>
                  <a:pt x="212" y="6"/>
                </a:cubicBezTo>
                <a:cubicBezTo>
                  <a:pt x="204" y="6"/>
                  <a:pt x="196" y="9"/>
                  <a:pt x="190" y="15"/>
                </a:cubicBezTo>
                <a:cubicBezTo>
                  <a:pt x="184" y="21"/>
                  <a:pt x="180" y="29"/>
                  <a:pt x="180" y="38"/>
                </a:cubicBezTo>
                <a:cubicBezTo>
                  <a:pt x="180" y="46"/>
                  <a:pt x="184" y="54"/>
                  <a:pt x="190" y="60"/>
                </a:cubicBezTo>
                <a:cubicBezTo>
                  <a:pt x="196" y="66"/>
                  <a:pt x="204" y="69"/>
                  <a:pt x="212" y="69"/>
                </a:cubicBezTo>
                <a:moveTo>
                  <a:pt x="228" y="533"/>
                </a:moveTo>
                <a:cubicBezTo>
                  <a:pt x="237" y="533"/>
                  <a:pt x="245" y="530"/>
                  <a:pt x="251" y="524"/>
                </a:cubicBezTo>
                <a:cubicBezTo>
                  <a:pt x="257" y="518"/>
                  <a:pt x="260" y="510"/>
                  <a:pt x="260" y="501"/>
                </a:cubicBezTo>
                <a:cubicBezTo>
                  <a:pt x="260" y="493"/>
                  <a:pt x="257" y="485"/>
                  <a:pt x="251" y="479"/>
                </a:cubicBezTo>
                <a:cubicBezTo>
                  <a:pt x="245" y="473"/>
                  <a:pt x="237" y="470"/>
                  <a:pt x="228" y="470"/>
                </a:cubicBezTo>
                <a:cubicBezTo>
                  <a:pt x="220" y="470"/>
                  <a:pt x="212" y="473"/>
                  <a:pt x="206" y="479"/>
                </a:cubicBezTo>
                <a:cubicBezTo>
                  <a:pt x="200" y="485"/>
                  <a:pt x="197" y="493"/>
                  <a:pt x="197" y="501"/>
                </a:cubicBezTo>
                <a:cubicBezTo>
                  <a:pt x="197" y="510"/>
                  <a:pt x="200" y="518"/>
                  <a:pt x="206" y="524"/>
                </a:cubicBezTo>
                <a:cubicBezTo>
                  <a:pt x="212" y="530"/>
                  <a:pt x="220" y="533"/>
                  <a:pt x="228" y="533"/>
                </a:cubicBezTo>
                <a:moveTo>
                  <a:pt x="415" y="623"/>
                </a:moveTo>
                <a:cubicBezTo>
                  <a:pt x="423" y="623"/>
                  <a:pt x="431" y="620"/>
                  <a:pt x="437" y="614"/>
                </a:cubicBezTo>
                <a:cubicBezTo>
                  <a:pt x="443" y="608"/>
                  <a:pt x="446" y="600"/>
                  <a:pt x="446" y="591"/>
                </a:cubicBezTo>
                <a:cubicBezTo>
                  <a:pt x="446" y="583"/>
                  <a:pt x="443" y="575"/>
                  <a:pt x="437" y="569"/>
                </a:cubicBezTo>
                <a:cubicBezTo>
                  <a:pt x="431" y="563"/>
                  <a:pt x="423" y="560"/>
                  <a:pt x="415" y="560"/>
                </a:cubicBezTo>
                <a:cubicBezTo>
                  <a:pt x="406" y="560"/>
                  <a:pt x="398" y="563"/>
                  <a:pt x="392" y="569"/>
                </a:cubicBezTo>
                <a:cubicBezTo>
                  <a:pt x="386" y="575"/>
                  <a:pt x="383" y="583"/>
                  <a:pt x="383" y="591"/>
                </a:cubicBezTo>
                <a:cubicBezTo>
                  <a:pt x="383" y="600"/>
                  <a:pt x="386" y="608"/>
                  <a:pt x="392" y="614"/>
                </a:cubicBezTo>
                <a:cubicBezTo>
                  <a:pt x="398" y="620"/>
                  <a:pt x="406" y="623"/>
                  <a:pt x="415" y="623"/>
                </a:cubicBezTo>
                <a:moveTo>
                  <a:pt x="419" y="415"/>
                </a:moveTo>
                <a:cubicBezTo>
                  <a:pt x="427" y="415"/>
                  <a:pt x="435" y="412"/>
                  <a:pt x="441" y="406"/>
                </a:cubicBezTo>
                <a:cubicBezTo>
                  <a:pt x="447" y="400"/>
                  <a:pt x="450" y="392"/>
                  <a:pt x="450" y="383"/>
                </a:cubicBezTo>
                <a:cubicBezTo>
                  <a:pt x="450" y="375"/>
                  <a:pt x="447" y="367"/>
                  <a:pt x="441" y="361"/>
                </a:cubicBezTo>
                <a:cubicBezTo>
                  <a:pt x="435" y="355"/>
                  <a:pt x="427" y="352"/>
                  <a:pt x="419" y="352"/>
                </a:cubicBezTo>
                <a:cubicBezTo>
                  <a:pt x="410" y="352"/>
                  <a:pt x="402" y="355"/>
                  <a:pt x="396" y="361"/>
                </a:cubicBezTo>
                <a:cubicBezTo>
                  <a:pt x="391" y="367"/>
                  <a:pt x="387" y="375"/>
                  <a:pt x="387" y="383"/>
                </a:cubicBezTo>
                <a:cubicBezTo>
                  <a:pt x="387" y="392"/>
                  <a:pt x="391" y="400"/>
                  <a:pt x="396" y="406"/>
                </a:cubicBezTo>
                <a:cubicBezTo>
                  <a:pt x="402" y="412"/>
                  <a:pt x="410" y="415"/>
                  <a:pt x="419" y="415"/>
                </a:cubicBezTo>
                <a:moveTo>
                  <a:pt x="427" y="1087"/>
                </a:moveTo>
                <a:cubicBezTo>
                  <a:pt x="435" y="1087"/>
                  <a:pt x="443" y="1084"/>
                  <a:pt x="449" y="1078"/>
                </a:cubicBezTo>
                <a:cubicBezTo>
                  <a:pt x="455" y="1072"/>
                  <a:pt x="459" y="1064"/>
                  <a:pt x="459" y="1056"/>
                </a:cubicBezTo>
                <a:cubicBezTo>
                  <a:pt x="459" y="1047"/>
                  <a:pt x="455" y="1039"/>
                  <a:pt x="449" y="1033"/>
                </a:cubicBezTo>
                <a:cubicBezTo>
                  <a:pt x="443" y="1027"/>
                  <a:pt x="435" y="1024"/>
                  <a:pt x="427" y="1024"/>
                </a:cubicBezTo>
                <a:cubicBezTo>
                  <a:pt x="419" y="1024"/>
                  <a:pt x="410" y="1027"/>
                  <a:pt x="405" y="1033"/>
                </a:cubicBezTo>
                <a:cubicBezTo>
                  <a:pt x="399" y="1039"/>
                  <a:pt x="395" y="1047"/>
                  <a:pt x="395" y="1056"/>
                </a:cubicBezTo>
                <a:cubicBezTo>
                  <a:pt x="395" y="1064"/>
                  <a:pt x="399" y="1072"/>
                  <a:pt x="405" y="1078"/>
                </a:cubicBezTo>
                <a:cubicBezTo>
                  <a:pt x="410" y="1084"/>
                  <a:pt x="419" y="1087"/>
                  <a:pt x="427" y="1087"/>
                </a:cubicBezTo>
                <a:moveTo>
                  <a:pt x="463" y="565"/>
                </a:moveTo>
                <a:cubicBezTo>
                  <a:pt x="472" y="565"/>
                  <a:pt x="480" y="561"/>
                  <a:pt x="486" y="555"/>
                </a:cubicBezTo>
                <a:cubicBezTo>
                  <a:pt x="492" y="550"/>
                  <a:pt x="495" y="542"/>
                  <a:pt x="495" y="533"/>
                </a:cubicBezTo>
                <a:cubicBezTo>
                  <a:pt x="495" y="525"/>
                  <a:pt x="492" y="517"/>
                  <a:pt x="486" y="511"/>
                </a:cubicBezTo>
                <a:cubicBezTo>
                  <a:pt x="480" y="505"/>
                  <a:pt x="472" y="502"/>
                  <a:pt x="463" y="502"/>
                </a:cubicBezTo>
                <a:cubicBezTo>
                  <a:pt x="455" y="502"/>
                  <a:pt x="447" y="505"/>
                  <a:pt x="441" y="511"/>
                </a:cubicBezTo>
                <a:cubicBezTo>
                  <a:pt x="435" y="517"/>
                  <a:pt x="432" y="525"/>
                  <a:pt x="432" y="533"/>
                </a:cubicBezTo>
                <a:cubicBezTo>
                  <a:pt x="432" y="542"/>
                  <a:pt x="435" y="550"/>
                  <a:pt x="441" y="555"/>
                </a:cubicBezTo>
                <a:cubicBezTo>
                  <a:pt x="447" y="561"/>
                  <a:pt x="455" y="565"/>
                  <a:pt x="463" y="565"/>
                </a:cubicBezTo>
                <a:moveTo>
                  <a:pt x="549" y="1085"/>
                </a:moveTo>
                <a:cubicBezTo>
                  <a:pt x="557" y="1085"/>
                  <a:pt x="565" y="1082"/>
                  <a:pt x="571" y="1076"/>
                </a:cubicBezTo>
                <a:cubicBezTo>
                  <a:pt x="577" y="1070"/>
                  <a:pt x="580" y="1062"/>
                  <a:pt x="580" y="1053"/>
                </a:cubicBezTo>
                <a:cubicBezTo>
                  <a:pt x="580" y="1045"/>
                  <a:pt x="577" y="1037"/>
                  <a:pt x="571" y="1031"/>
                </a:cubicBezTo>
                <a:cubicBezTo>
                  <a:pt x="565" y="1025"/>
                  <a:pt x="557" y="1022"/>
                  <a:pt x="549" y="1022"/>
                </a:cubicBezTo>
                <a:cubicBezTo>
                  <a:pt x="540" y="1022"/>
                  <a:pt x="532" y="1025"/>
                  <a:pt x="526" y="1031"/>
                </a:cubicBezTo>
                <a:cubicBezTo>
                  <a:pt x="520" y="1037"/>
                  <a:pt x="517" y="1045"/>
                  <a:pt x="517" y="1053"/>
                </a:cubicBezTo>
                <a:cubicBezTo>
                  <a:pt x="517" y="1062"/>
                  <a:pt x="520" y="1070"/>
                  <a:pt x="526" y="1076"/>
                </a:cubicBezTo>
                <a:cubicBezTo>
                  <a:pt x="532" y="1082"/>
                  <a:pt x="540" y="1085"/>
                  <a:pt x="549" y="1085"/>
                </a:cubicBezTo>
                <a:moveTo>
                  <a:pt x="553" y="542"/>
                </a:moveTo>
                <a:cubicBezTo>
                  <a:pt x="561" y="542"/>
                  <a:pt x="569" y="539"/>
                  <a:pt x="575" y="533"/>
                </a:cubicBezTo>
                <a:cubicBezTo>
                  <a:pt x="581" y="527"/>
                  <a:pt x="584" y="519"/>
                  <a:pt x="584" y="511"/>
                </a:cubicBezTo>
                <a:cubicBezTo>
                  <a:pt x="584" y="502"/>
                  <a:pt x="581" y="494"/>
                  <a:pt x="575" y="488"/>
                </a:cubicBezTo>
                <a:cubicBezTo>
                  <a:pt x="569" y="482"/>
                  <a:pt x="561" y="479"/>
                  <a:pt x="553" y="479"/>
                </a:cubicBezTo>
                <a:cubicBezTo>
                  <a:pt x="544" y="479"/>
                  <a:pt x="536" y="482"/>
                  <a:pt x="530" y="488"/>
                </a:cubicBezTo>
                <a:cubicBezTo>
                  <a:pt x="524" y="494"/>
                  <a:pt x="521" y="502"/>
                  <a:pt x="521" y="511"/>
                </a:cubicBezTo>
                <a:cubicBezTo>
                  <a:pt x="521" y="519"/>
                  <a:pt x="524" y="527"/>
                  <a:pt x="530" y="533"/>
                </a:cubicBezTo>
                <a:cubicBezTo>
                  <a:pt x="536" y="539"/>
                  <a:pt x="544" y="542"/>
                  <a:pt x="553" y="542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2" name="path 142"/>
          <p:cNvSpPr/>
          <p:nvPr/>
        </p:nvSpPr>
        <p:spPr>
          <a:xfrm>
            <a:off x="7172370" y="4031709"/>
            <a:ext cx="244122" cy="925827"/>
          </a:xfrm>
          <a:custGeom>
            <a:avLst/>
            <a:gdLst/>
            <a:ahLst/>
            <a:cxnLst/>
            <a:rect l="0" t="0" r="0" b="0"/>
            <a:pathLst>
              <a:path w="384" h="1457">
                <a:moveTo>
                  <a:pt x="38" y="732"/>
                </a:moveTo>
                <a:cubicBezTo>
                  <a:pt x="46" y="732"/>
                  <a:pt x="54" y="729"/>
                  <a:pt x="60" y="723"/>
                </a:cubicBezTo>
                <a:cubicBezTo>
                  <a:pt x="66" y="717"/>
                  <a:pt x="69" y="709"/>
                  <a:pt x="69" y="700"/>
                </a:cubicBezTo>
                <a:cubicBezTo>
                  <a:pt x="69" y="692"/>
                  <a:pt x="66" y="684"/>
                  <a:pt x="60" y="678"/>
                </a:cubicBezTo>
                <a:cubicBezTo>
                  <a:pt x="54" y="672"/>
                  <a:pt x="46" y="669"/>
                  <a:pt x="38" y="669"/>
                </a:cubicBezTo>
                <a:cubicBezTo>
                  <a:pt x="29" y="669"/>
                  <a:pt x="21" y="672"/>
                  <a:pt x="15" y="678"/>
                </a:cubicBezTo>
                <a:cubicBezTo>
                  <a:pt x="9" y="684"/>
                  <a:pt x="6" y="692"/>
                  <a:pt x="6" y="700"/>
                </a:cubicBezTo>
                <a:cubicBezTo>
                  <a:pt x="6" y="709"/>
                  <a:pt x="9" y="717"/>
                  <a:pt x="15" y="723"/>
                </a:cubicBezTo>
                <a:cubicBezTo>
                  <a:pt x="21" y="729"/>
                  <a:pt x="29" y="732"/>
                  <a:pt x="38" y="732"/>
                </a:cubicBezTo>
                <a:moveTo>
                  <a:pt x="90" y="239"/>
                </a:moveTo>
                <a:cubicBezTo>
                  <a:pt x="99" y="239"/>
                  <a:pt x="107" y="236"/>
                  <a:pt x="113" y="230"/>
                </a:cubicBezTo>
                <a:cubicBezTo>
                  <a:pt x="119" y="224"/>
                  <a:pt x="122" y="216"/>
                  <a:pt x="122" y="207"/>
                </a:cubicBezTo>
                <a:cubicBezTo>
                  <a:pt x="122" y="199"/>
                  <a:pt x="119" y="191"/>
                  <a:pt x="113" y="185"/>
                </a:cubicBezTo>
                <a:cubicBezTo>
                  <a:pt x="107" y="179"/>
                  <a:pt x="99" y="176"/>
                  <a:pt x="90" y="176"/>
                </a:cubicBezTo>
                <a:cubicBezTo>
                  <a:pt x="82" y="176"/>
                  <a:pt x="74" y="179"/>
                  <a:pt x="68" y="185"/>
                </a:cubicBezTo>
                <a:cubicBezTo>
                  <a:pt x="62" y="191"/>
                  <a:pt x="59" y="199"/>
                  <a:pt x="59" y="207"/>
                </a:cubicBezTo>
                <a:cubicBezTo>
                  <a:pt x="59" y="216"/>
                  <a:pt x="62" y="224"/>
                  <a:pt x="68" y="230"/>
                </a:cubicBezTo>
                <a:cubicBezTo>
                  <a:pt x="74" y="236"/>
                  <a:pt x="82" y="239"/>
                  <a:pt x="90" y="239"/>
                </a:cubicBezTo>
                <a:moveTo>
                  <a:pt x="119" y="737"/>
                </a:moveTo>
                <a:cubicBezTo>
                  <a:pt x="127" y="737"/>
                  <a:pt x="135" y="734"/>
                  <a:pt x="141" y="728"/>
                </a:cubicBezTo>
                <a:cubicBezTo>
                  <a:pt x="147" y="722"/>
                  <a:pt x="150" y="714"/>
                  <a:pt x="150" y="706"/>
                </a:cubicBezTo>
                <a:cubicBezTo>
                  <a:pt x="150" y="697"/>
                  <a:pt x="147" y="689"/>
                  <a:pt x="141" y="684"/>
                </a:cubicBezTo>
                <a:cubicBezTo>
                  <a:pt x="135" y="678"/>
                  <a:pt x="127" y="674"/>
                  <a:pt x="119" y="674"/>
                </a:cubicBezTo>
                <a:cubicBezTo>
                  <a:pt x="110" y="674"/>
                  <a:pt x="102" y="678"/>
                  <a:pt x="96" y="684"/>
                </a:cubicBezTo>
                <a:cubicBezTo>
                  <a:pt x="90" y="689"/>
                  <a:pt x="87" y="697"/>
                  <a:pt x="87" y="706"/>
                </a:cubicBezTo>
                <a:cubicBezTo>
                  <a:pt x="87" y="714"/>
                  <a:pt x="90" y="722"/>
                  <a:pt x="96" y="728"/>
                </a:cubicBezTo>
                <a:cubicBezTo>
                  <a:pt x="102" y="734"/>
                  <a:pt x="110" y="737"/>
                  <a:pt x="119" y="737"/>
                </a:cubicBezTo>
                <a:moveTo>
                  <a:pt x="171" y="427"/>
                </a:moveTo>
                <a:cubicBezTo>
                  <a:pt x="180" y="427"/>
                  <a:pt x="188" y="424"/>
                  <a:pt x="194" y="418"/>
                </a:cubicBezTo>
                <a:cubicBezTo>
                  <a:pt x="200" y="412"/>
                  <a:pt x="203" y="404"/>
                  <a:pt x="203" y="396"/>
                </a:cubicBezTo>
                <a:cubicBezTo>
                  <a:pt x="203" y="387"/>
                  <a:pt x="200" y="379"/>
                  <a:pt x="194" y="373"/>
                </a:cubicBezTo>
                <a:cubicBezTo>
                  <a:pt x="188" y="367"/>
                  <a:pt x="180" y="364"/>
                  <a:pt x="171" y="364"/>
                </a:cubicBezTo>
                <a:cubicBezTo>
                  <a:pt x="163" y="364"/>
                  <a:pt x="155" y="367"/>
                  <a:pt x="149" y="373"/>
                </a:cubicBezTo>
                <a:cubicBezTo>
                  <a:pt x="143" y="379"/>
                  <a:pt x="140" y="387"/>
                  <a:pt x="140" y="396"/>
                </a:cubicBezTo>
                <a:cubicBezTo>
                  <a:pt x="140" y="404"/>
                  <a:pt x="143" y="412"/>
                  <a:pt x="149" y="418"/>
                </a:cubicBezTo>
                <a:cubicBezTo>
                  <a:pt x="155" y="424"/>
                  <a:pt x="163" y="427"/>
                  <a:pt x="171" y="427"/>
                </a:cubicBezTo>
                <a:moveTo>
                  <a:pt x="200" y="965"/>
                </a:moveTo>
                <a:cubicBezTo>
                  <a:pt x="208" y="965"/>
                  <a:pt x="216" y="961"/>
                  <a:pt x="222" y="956"/>
                </a:cubicBezTo>
                <a:cubicBezTo>
                  <a:pt x="228" y="950"/>
                  <a:pt x="231" y="942"/>
                  <a:pt x="231" y="933"/>
                </a:cubicBezTo>
                <a:cubicBezTo>
                  <a:pt x="231" y="925"/>
                  <a:pt x="228" y="917"/>
                  <a:pt x="222" y="911"/>
                </a:cubicBezTo>
                <a:cubicBezTo>
                  <a:pt x="216" y="905"/>
                  <a:pt x="208" y="902"/>
                  <a:pt x="200" y="902"/>
                </a:cubicBezTo>
                <a:cubicBezTo>
                  <a:pt x="191" y="902"/>
                  <a:pt x="183" y="905"/>
                  <a:pt x="177" y="911"/>
                </a:cubicBezTo>
                <a:cubicBezTo>
                  <a:pt x="172" y="917"/>
                  <a:pt x="168" y="925"/>
                  <a:pt x="168" y="933"/>
                </a:cubicBezTo>
                <a:cubicBezTo>
                  <a:pt x="168" y="942"/>
                  <a:pt x="172" y="950"/>
                  <a:pt x="177" y="956"/>
                </a:cubicBezTo>
                <a:cubicBezTo>
                  <a:pt x="183" y="961"/>
                  <a:pt x="191" y="965"/>
                  <a:pt x="200" y="965"/>
                </a:cubicBezTo>
                <a:moveTo>
                  <a:pt x="216" y="428"/>
                </a:moveTo>
                <a:cubicBezTo>
                  <a:pt x="224" y="428"/>
                  <a:pt x="232" y="425"/>
                  <a:pt x="238" y="419"/>
                </a:cubicBezTo>
                <a:cubicBezTo>
                  <a:pt x="244" y="413"/>
                  <a:pt x="248" y="405"/>
                  <a:pt x="248" y="396"/>
                </a:cubicBezTo>
                <a:cubicBezTo>
                  <a:pt x="248" y="388"/>
                  <a:pt x="244" y="380"/>
                  <a:pt x="238" y="374"/>
                </a:cubicBezTo>
                <a:cubicBezTo>
                  <a:pt x="232" y="368"/>
                  <a:pt x="224" y="365"/>
                  <a:pt x="216" y="365"/>
                </a:cubicBezTo>
                <a:cubicBezTo>
                  <a:pt x="208" y="365"/>
                  <a:pt x="200" y="368"/>
                  <a:pt x="194" y="374"/>
                </a:cubicBezTo>
                <a:cubicBezTo>
                  <a:pt x="188" y="380"/>
                  <a:pt x="184" y="388"/>
                  <a:pt x="184" y="396"/>
                </a:cubicBezTo>
                <a:cubicBezTo>
                  <a:pt x="184" y="405"/>
                  <a:pt x="188" y="413"/>
                  <a:pt x="194" y="419"/>
                </a:cubicBezTo>
                <a:cubicBezTo>
                  <a:pt x="200" y="425"/>
                  <a:pt x="208" y="428"/>
                  <a:pt x="216" y="428"/>
                </a:cubicBezTo>
                <a:moveTo>
                  <a:pt x="248" y="996"/>
                </a:moveTo>
                <a:cubicBezTo>
                  <a:pt x="257" y="996"/>
                  <a:pt x="265" y="992"/>
                  <a:pt x="271" y="986"/>
                </a:cubicBezTo>
                <a:cubicBezTo>
                  <a:pt x="277" y="980"/>
                  <a:pt x="280" y="972"/>
                  <a:pt x="280" y="964"/>
                </a:cubicBezTo>
                <a:cubicBezTo>
                  <a:pt x="280" y="955"/>
                  <a:pt x="277" y="947"/>
                  <a:pt x="271" y="942"/>
                </a:cubicBezTo>
                <a:cubicBezTo>
                  <a:pt x="265" y="936"/>
                  <a:pt x="257" y="932"/>
                  <a:pt x="248" y="932"/>
                </a:cubicBezTo>
                <a:cubicBezTo>
                  <a:pt x="240" y="932"/>
                  <a:pt x="232" y="936"/>
                  <a:pt x="226" y="942"/>
                </a:cubicBezTo>
                <a:cubicBezTo>
                  <a:pt x="220" y="947"/>
                  <a:pt x="217" y="955"/>
                  <a:pt x="217" y="964"/>
                </a:cubicBezTo>
                <a:cubicBezTo>
                  <a:pt x="217" y="972"/>
                  <a:pt x="220" y="980"/>
                  <a:pt x="226" y="986"/>
                </a:cubicBezTo>
                <a:cubicBezTo>
                  <a:pt x="232" y="992"/>
                  <a:pt x="240" y="996"/>
                  <a:pt x="248" y="996"/>
                </a:cubicBezTo>
                <a:moveTo>
                  <a:pt x="253" y="622"/>
                </a:moveTo>
                <a:cubicBezTo>
                  <a:pt x="261" y="622"/>
                  <a:pt x="269" y="619"/>
                  <a:pt x="275" y="613"/>
                </a:cubicBezTo>
                <a:cubicBezTo>
                  <a:pt x="281" y="607"/>
                  <a:pt x="284" y="599"/>
                  <a:pt x="284" y="591"/>
                </a:cubicBezTo>
                <a:cubicBezTo>
                  <a:pt x="284" y="582"/>
                  <a:pt x="281" y="574"/>
                  <a:pt x="275" y="568"/>
                </a:cubicBezTo>
                <a:cubicBezTo>
                  <a:pt x="269" y="563"/>
                  <a:pt x="261" y="559"/>
                  <a:pt x="253" y="559"/>
                </a:cubicBezTo>
                <a:cubicBezTo>
                  <a:pt x="244" y="559"/>
                  <a:pt x="236" y="563"/>
                  <a:pt x="230" y="568"/>
                </a:cubicBezTo>
                <a:cubicBezTo>
                  <a:pt x="224" y="574"/>
                  <a:pt x="221" y="582"/>
                  <a:pt x="221" y="591"/>
                </a:cubicBezTo>
                <a:cubicBezTo>
                  <a:pt x="221" y="599"/>
                  <a:pt x="224" y="607"/>
                  <a:pt x="230" y="613"/>
                </a:cubicBezTo>
                <a:cubicBezTo>
                  <a:pt x="236" y="619"/>
                  <a:pt x="244" y="622"/>
                  <a:pt x="253" y="622"/>
                </a:cubicBezTo>
                <a:moveTo>
                  <a:pt x="277" y="923"/>
                </a:moveTo>
                <a:cubicBezTo>
                  <a:pt x="285" y="923"/>
                  <a:pt x="293" y="919"/>
                  <a:pt x="299" y="913"/>
                </a:cubicBezTo>
                <a:cubicBezTo>
                  <a:pt x="305" y="907"/>
                  <a:pt x="309" y="899"/>
                  <a:pt x="309" y="891"/>
                </a:cubicBezTo>
                <a:cubicBezTo>
                  <a:pt x="309" y="883"/>
                  <a:pt x="305" y="874"/>
                  <a:pt x="299" y="869"/>
                </a:cubicBezTo>
                <a:cubicBezTo>
                  <a:pt x="293" y="863"/>
                  <a:pt x="285" y="859"/>
                  <a:pt x="277" y="859"/>
                </a:cubicBezTo>
                <a:cubicBezTo>
                  <a:pt x="268" y="859"/>
                  <a:pt x="260" y="863"/>
                  <a:pt x="255" y="869"/>
                </a:cubicBezTo>
                <a:cubicBezTo>
                  <a:pt x="249" y="874"/>
                  <a:pt x="245" y="883"/>
                  <a:pt x="245" y="891"/>
                </a:cubicBezTo>
                <a:cubicBezTo>
                  <a:pt x="245" y="899"/>
                  <a:pt x="249" y="907"/>
                  <a:pt x="255" y="913"/>
                </a:cubicBezTo>
                <a:cubicBezTo>
                  <a:pt x="260" y="919"/>
                  <a:pt x="268" y="923"/>
                  <a:pt x="277" y="923"/>
                </a:cubicBezTo>
                <a:moveTo>
                  <a:pt x="301" y="1451"/>
                </a:moveTo>
                <a:cubicBezTo>
                  <a:pt x="310" y="1451"/>
                  <a:pt x="318" y="1448"/>
                  <a:pt x="324" y="1442"/>
                </a:cubicBezTo>
                <a:cubicBezTo>
                  <a:pt x="330" y="1436"/>
                  <a:pt x="333" y="1428"/>
                  <a:pt x="333" y="1419"/>
                </a:cubicBezTo>
                <a:cubicBezTo>
                  <a:pt x="333" y="1411"/>
                  <a:pt x="330" y="1403"/>
                  <a:pt x="324" y="1397"/>
                </a:cubicBezTo>
                <a:cubicBezTo>
                  <a:pt x="318" y="1391"/>
                  <a:pt x="310" y="1388"/>
                  <a:pt x="301" y="1388"/>
                </a:cubicBezTo>
                <a:cubicBezTo>
                  <a:pt x="293" y="1388"/>
                  <a:pt x="285" y="1391"/>
                  <a:pt x="279" y="1397"/>
                </a:cubicBezTo>
                <a:cubicBezTo>
                  <a:pt x="273" y="1403"/>
                  <a:pt x="270" y="1411"/>
                  <a:pt x="270" y="1419"/>
                </a:cubicBezTo>
                <a:cubicBezTo>
                  <a:pt x="270" y="1428"/>
                  <a:pt x="273" y="1436"/>
                  <a:pt x="279" y="1442"/>
                </a:cubicBezTo>
                <a:cubicBezTo>
                  <a:pt x="285" y="1448"/>
                  <a:pt x="293" y="1451"/>
                  <a:pt x="301" y="1451"/>
                </a:cubicBezTo>
                <a:moveTo>
                  <a:pt x="305" y="1014"/>
                </a:moveTo>
                <a:cubicBezTo>
                  <a:pt x="314" y="1014"/>
                  <a:pt x="322" y="1010"/>
                  <a:pt x="328" y="1004"/>
                </a:cubicBezTo>
                <a:cubicBezTo>
                  <a:pt x="334" y="998"/>
                  <a:pt x="337" y="990"/>
                  <a:pt x="337" y="982"/>
                </a:cubicBezTo>
                <a:cubicBezTo>
                  <a:pt x="337" y="974"/>
                  <a:pt x="334" y="966"/>
                  <a:pt x="328" y="960"/>
                </a:cubicBezTo>
                <a:cubicBezTo>
                  <a:pt x="322" y="954"/>
                  <a:pt x="314" y="950"/>
                  <a:pt x="305" y="950"/>
                </a:cubicBezTo>
                <a:cubicBezTo>
                  <a:pt x="297" y="950"/>
                  <a:pt x="289" y="954"/>
                  <a:pt x="283" y="960"/>
                </a:cubicBezTo>
                <a:cubicBezTo>
                  <a:pt x="277" y="966"/>
                  <a:pt x="274" y="974"/>
                  <a:pt x="274" y="982"/>
                </a:cubicBezTo>
                <a:cubicBezTo>
                  <a:pt x="274" y="990"/>
                  <a:pt x="277" y="998"/>
                  <a:pt x="283" y="1004"/>
                </a:cubicBezTo>
                <a:cubicBezTo>
                  <a:pt x="289" y="1010"/>
                  <a:pt x="297" y="1014"/>
                  <a:pt x="305" y="1014"/>
                </a:cubicBezTo>
                <a:moveTo>
                  <a:pt x="321" y="715"/>
                </a:moveTo>
                <a:cubicBezTo>
                  <a:pt x="330" y="715"/>
                  <a:pt x="338" y="712"/>
                  <a:pt x="344" y="706"/>
                </a:cubicBezTo>
                <a:cubicBezTo>
                  <a:pt x="350" y="700"/>
                  <a:pt x="353" y="692"/>
                  <a:pt x="353" y="684"/>
                </a:cubicBezTo>
                <a:cubicBezTo>
                  <a:pt x="353" y="675"/>
                  <a:pt x="350" y="667"/>
                  <a:pt x="344" y="661"/>
                </a:cubicBezTo>
                <a:cubicBezTo>
                  <a:pt x="338" y="655"/>
                  <a:pt x="330" y="652"/>
                  <a:pt x="321" y="652"/>
                </a:cubicBezTo>
                <a:cubicBezTo>
                  <a:pt x="313" y="652"/>
                  <a:pt x="305" y="655"/>
                  <a:pt x="299" y="661"/>
                </a:cubicBezTo>
                <a:cubicBezTo>
                  <a:pt x="293" y="667"/>
                  <a:pt x="290" y="675"/>
                  <a:pt x="290" y="684"/>
                </a:cubicBezTo>
                <a:cubicBezTo>
                  <a:pt x="290" y="692"/>
                  <a:pt x="293" y="700"/>
                  <a:pt x="299" y="706"/>
                </a:cubicBezTo>
                <a:cubicBezTo>
                  <a:pt x="305" y="712"/>
                  <a:pt x="313" y="715"/>
                  <a:pt x="321" y="715"/>
                </a:cubicBezTo>
                <a:moveTo>
                  <a:pt x="346" y="69"/>
                </a:moveTo>
                <a:cubicBezTo>
                  <a:pt x="354" y="69"/>
                  <a:pt x="362" y="66"/>
                  <a:pt x="368" y="60"/>
                </a:cubicBezTo>
                <a:cubicBezTo>
                  <a:pt x="374" y="54"/>
                  <a:pt x="377" y="46"/>
                  <a:pt x="377" y="38"/>
                </a:cubicBezTo>
                <a:cubicBezTo>
                  <a:pt x="377" y="29"/>
                  <a:pt x="374" y="21"/>
                  <a:pt x="368" y="15"/>
                </a:cubicBezTo>
                <a:cubicBezTo>
                  <a:pt x="362" y="9"/>
                  <a:pt x="354" y="6"/>
                  <a:pt x="346" y="6"/>
                </a:cubicBezTo>
                <a:cubicBezTo>
                  <a:pt x="337" y="6"/>
                  <a:pt x="329" y="9"/>
                  <a:pt x="323" y="15"/>
                </a:cubicBezTo>
                <a:cubicBezTo>
                  <a:pt x="318" y="21"/>
                  <a:pt x="314" y="29"/>
                  <a:pt x="314" y="38"/>
                </a:cubicBezTo>
                <a:cubicBezTo>
                  <a:pt x="314" y="46"/>
                  <a:pt x="318" y="54"/>
                  <a:pt x="323" y="60"/>
                </a:cubicBezTo>
                <a:cubicBezTo>
                  <a:pt x="329" y="66"/>
                  <a:pt x="337" y="69"/>
                  <a:pt x="346" y="69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" name="textbox 144"/>
          <p:cNvSpPr/>
          <p:nvPr/>
        </p:nvSpPr>
        <p:spPr>
          <a:xfrm rot="16200000">
            <a:off x="-428606" y="6089880"/>
            <a:ext cx="1122044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228"/>
              </a:lnSpc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Normalized a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mplitude</a:t>
            </a:r>
            <a:endParaRPr sz="900" dirty="0">
              <a:latin typeface="Arial"/>
              <a:ea typeface="Arial"/>
              <a:cs typeface="Arial"/>
            </a:endParaRPr>
          </a:p>
        </p:txBody>
      </p:sp>
      <p:sp>
        <p:nvSpPr>
          <p:cNvPr id="146" name="path 146"/>
          <p:cNvSpPr/>
          <p:nvPr/>
        </p:nvSpPr>
        <p:spPr>
          <a:xfrm>
            <a:off x="7823867" y="4097201"/>
            <a:ext cx="195195" cy="805788"/>
          </a:xfrm>
          <a:custGeom>
            <a:avLst/>
            <a:gdLst/>
            <a:ahLst/>
            <a:cxnLst/>
            <a:rect l="0" t="0" r="0" b="0"/>
            <a:pathLst>
              <a:path w="307" h="1268">
                <a:moveTo>
                  <a:pt x="38" y="169"/>
                </a:moveTo>
                <a:cubicBezTo>
                  <a:pt x="46" y="169"/>
                  <a:pt x="54" y="165"/>
                  <a:pt x="60" y="159"/>
                </a:cubicBezTo>
                <a:cubicBezTo>
                  <a:pt x="66" y="153"/>
                  <a:pt x="69" y="145"/>
                  <a:pt x="69" y="137"/>
                </a:cubicBezTo>
                <a:cubicBezTo>
                  <a:pt x="69" y="129"/>
                  <a:pt x="66" y="121"/>
                  <a:pt x="60" y="115"/>
                </a:cubicBezTo>
                <a:cubicBezTo>
                  <a:pt x="54" y="109"/>
                  <a:pt x="46" y="105"/>
                  <a:pt x="38" y="105"/>
                </a:cubicBezTo>
                <a:cubicBezTo>
                  <a:pt x="29" y="105"/>
                  <a:pt x="21" y="109"/>
                  <a:pt x="15" y="115"/>
                </a:cubicBezTo>
                <a:cubicBezTo>
                  <a:pt x="9" y="121"/>
                  <a:pt x="6" y="129"/>
                  <a:pt x="6" y="137"/>
                </a:cubicBezTo>
                <a:cubicBezTo>
                  <a:pt x="6" y="145"/>
                  <a:pt x="9" y="153"/>
                  <a:pt x="15" y="159"/>
                </a:cubicBezTo>
                <a:cubicBezTo>
                  <a:pt x="21" y="165"/>
                  <a:pt x="29" y="169"/>
                  <a:pt x="38" y="169"/>
                </a:cubicBezTo>
                <a:moveTo>
                  <a:pt x="42" y="511"/>
                </a:moveTo>
                <a:cubicBezTo>
                  <a:pt x="50" y="511"/>
                  <a:pt x="58" y="508"/>
                  <a:pt x="64" y="502"/>
                </a:cubicBezTo>
                <a:cubicBezTo>
                  <a:pt x="70" y="496"/>
                  <a:pt x="73" y="488"/>
                  <a:pt x="73" y="479"/>
                </a:cubicBezTo>
                <a:cubicBezTo>
                  <a:pt x="73" y="471"/>
                  <a:pt x="70" y="463"/>
                  <a:pt x="64" y="457"/>
                </a:cubicBezTo>
                <a:cubicBezTo>
                  <a:pt x="58" y="451"/>
                  <a:pt x="50" y="448"/>
                  <a:pt x="42" y="448"/>
                </a:cubicBezTo>
                <a:cubicBezTo>
                  <a:pt x="33" y="448"/>
                  <a:pt x="25" y="451"/>
                  <a:pt x="19" y="457"/>
                </a:cubicBezTo>
                <a:cubicBezTo>
                  <a:pt x="13" y="463"/>
                  <a:pt x="10" y="471"/>
                  <a:pt x="10" y="479"/>
                </a:cubicBezTo>
                <a:cubicBezTo>
                  <a:pt x="10" y="488"/>
                  <a:pt x="13" y="496"/>
                  <a:pt x="19" y="502"/>
                </a:cubicBezTo>
                <a:cubicBezTo>
                  <a:pt x="25" y="508"/>
                  <a:pt x="33" y="511"/>
                  <a:pt x="42" y="511"/>
                </a:cubicBezTo>
                <a:moveTo>
                  <a:pt x="62" y="184"/>
                </a:moveTo>
                <a:cubicBezTo>
                  <a:pt x="70" y="184"/>
                  <a:pt x="78" y="181"/>
                  <a:pt x="84" y="175"/>
                </a:cubicBezTo>
                <a:cubicBezTo>
                  <a:pt x="90" y="169"/>
                  <a:pt x="94" y="161"/>
                  <a:pt x="94" y="152"/>
                </a:cubicBezTo>
                <a:cubicBezTo>
                  <a:pt x="94" y="144"/>
                  <a:pt x="90" y="136"/>
                  <a:pt x="84" y="130"/>
                </a:cubicBezTo>
                <a:cubicBezTo>
                  <a:pt x="78" y="124"/>
                  <a:pt x="70" y="121"/>
                  <a:pt x="62" y="121"/>
                </a:cubicBezTo>
                <a:cubicBezTo>
                  <a:pt x="54" y="121"/>
                  <a:pt x="46" y="124"/>
                  <a:pt x="40" y="130"/>
                </a:cubicBezTo>
                <a:cubicBezTo>
                  <a:pt x="34" y="136"/>
                  <a:pt x="30" y="144"/>
                  <a:pt x="30" y="152"/>
                </a:cubicBezTo>
                <a:cubicBezTo>
                  <a:pt x="30" y="161"/>
                  <a:pt x="34" y="169"/>
                  <a:pt x="40" y="175"/>
                </a:cubicBezTo>
                <a:cubicBezTo>
                  <a:pt x="46" y="181"/>
                  <a:pt x="54" y="184"/>
                  <a:pt x="62" y="184"/>
                </a:cubicBezTo>
                <a:moveTo>
                  <a:pt x="66" y="608"/>
                </a:moveTo>
                <a:cubicBezTo>
                  <a:pt x="74" y="608"/>
                  <a:pt x="82" y="604"/>
                  <a:pt x="88" y="598"/>
                </a:cubicBezTo>
                <a:cubicBezTo>
                  <a:pt x="94" y="592"/>
                  <a:pt x="98" y="584"/>
                  <a:pt x="98" y="576"/>
                </a:cubicBezTo>
                <a:cubicBezTo>
                  <a:pt x="98" y="568"/>
                  <a:pt x="94" y="560"/>
                  <a:pt x="88" y="554"/>
                </a:cubicBezTo>
                <a:cubicBezTo>
                  <a:pt x="82" y="548"/>
                  <a:pt x="74" y="544"/>
                  <a:pt x="66" y="544"/>
                </a:cubicBezTo>
                <a:cubicBezTo>
                  <a:pt x="58" y="544"/>
                  <a:pt x="50" y="548"/>
                  <a:pt x="44" y="554"/>
                </a:cubicBezTo>
                <a:cubicBezTo>
                  <a:pt x="38" y="560"/>
                  <a:pt x="34" y="568"/>
                  <a:pt x="34" y="576"/>
                </a:cubicBezTo>
                <a:cubicBezTo>
                  <a:pt x="34" y="584"/>
                  <a:pt x="38" y="592"/>
                  <a:pt x="44" y="598"/>
                </a:cubicBezTo>
                <a:cubicBezTo>
                  <a:pt x="50" y="604"/>
                  <a:pt x="58" y="608"/>
                  <a:pt x="66" y="608"/>
                </a:cubicBezTo>
                <a:moveTo>
                  <a:pt x="82" y="69"/>
                </a:moveTo>
                <a:cubicBezTo>
                  <a:pt x="91" y="69"/>
                  <a:pt x="99" y="66"/>
                  <a:pt x="105" y="60"/>
                </a:cubicBezTo>
                <a:cubicBezTo>
                  <a:pt x="111" y="54"/>
                  <a:pt x="114" y="46"/>
                  <a:pt x="114" y="38"/>
                </a:cubicBezTo>
                <a:cubicBezTo>
                  <a:pt x="114" y="29"/>
                  <a:pt x="111" y="21"/>
                  <a:pt x="105" y="15"/>
                </a:cubicBezTo>
                <a:cubicBezTo>
                  <a:pt x="99" y="9"/>
                  <a:pt x="91" y="6"/>
                  <a:pt x="82" y="6"/>
                </a:cubicBezTo>
                <a:cubicBezTo>
                  <a:pt x="74" y="6"/>
                  <a:pt x="66" y="9"/>
                  <a:pt x="60" y="15"/>
                </a:cubicBezTo>
                <a:cubicBezTo>
                  <a:pt x="54" y="21"/>
                  <a:pt x="51" y="29"/>
                  <a:pt x="51" y="38"/>
                </a:cubicBezTo>
                <a:cubicBezTo>
                  <a:pt x="51" y="46"/>
                  <a:pt x="54" y="54"/>
                  <a:pt x="60" y="60"/>
                </a:cubicBezTo>
                <a:cubicBezTo>
                  <a:pt x="66" y="66"/>
                  <a:pt x="74" y="69"/>
                  <a:pt x="82" y="69"/>
                </a:cubicBezTo>
                <a:moveTo>
                  <a:pt x="224" y="311"/>
                </a:moveTo>
                <a:cubicBezTo>
                  <a:pt x="233" y="311"/>
                  <a:pt x="241" y="307"/>
                  <a:pt x="247" y="301"/>
                </a:cubicBezTo>
                <a:cubicBezTo>
                  <a:pt x="252" y="296"/>
                  <a:pt x="256" y="287"/>
                  <a:pt x="256" y="279"/>
                </a:cubicBezTo>
                <a:cubicBezTo>
                  <a:pt x="256" y="271"/>
                  <a:pt x="252" y="263"/>
                  <a:pt x="247" y="257"/>
                </a:cubicBezTo>
                <a:cubicBezTo>
                  <a:pt x="241" y="251"/>
                  <a:pt x="233" y="247"/>
                  <a:pt x="224" y="247"/>
                </a:cubicBezTo>
                <a:cubicBezTo>
                  <a:pt x="216" y="247"/>
                  <a:pt x="208" y="251"/>
                  <a:pt x="202" y="257"/>
                </a:cubicBezTo>
                <a:cubicBezTo>
                  <a:pt x="196" y="263"/>
                  <a:pt x="193" y="271"/>
                  <a:pt x="193" y="279"/>
                </a:cubicBezTo>
                <a:cubicBezTo>
                  <a:pt x="193" y="287"/>
                  <a:pt x="196" y="296"/>
                  <a:pt x="202" y="301"/>
                </a:cubicBezTo>
                <a:cubicBezTo>
                  <a:pt x="208" y="307"/>
                  <a:pt x="216" y="311"/>
                  <a:pt x="224" y="311"/>
                </a:cubicBezTo>
                <a:moveTo>
                  <a:pt x="253" y="336"/>
                </a:moveTo>
                <a:cubicBezTo>
                  <a:pt x="261" y="336"/>
                  <a:pt x="269" y="333"/>
                  <a:pt x="275" y="327"/>
                </a:cubicBezTo>
                <a:cubicBezTo>
                  <a:pt x="281" y="321"/>
                  <a:pt x="284" y="313"/>
                  <a:pt x="284" y="305"/>
                </a:cubicBezTo>
                <a:cubicBezTo>
                  <a:pt x="284" y="296"/>
                  <a:pt x="281" y="288"/>
                  <a:pt x="275" y="282"/>
                </a:cubicBezTo>
                <a:cubicBezTo>
                  <a:pt x="269" y="277"/>
                  <a:pt x="261" y="273"/>
                  <a:pt x="253" y="273"/>
                </a:cubicBezTo>
                <a:cubicBezTo>
                  <a:pt x="244" y="273"/>
                  <a:pt x="236" y="277"/>
                  <a:pt x="230" y="282"/>
                </a:cubicBezTo>
                <a:cubicBezTo>
                  <a:pt x="224" y="288"/>
                  <a:pt x="221" y="296"/>
                  <a:pt x="221" y="305"/>
                </a:cubicBezTo>
                <a:cubicBezTo>
                  <a:pt x="221" y="313"/>
                  <a:pt x="224" y="321"/>
                  <a:pt x="230" y="327"/>
                </a:cubicBezTo>
                <a:cubicBezTo>
                  <a:pt x="236" y="333"/>
                  <a:pt x="244" y="336"/>
                  <a:pt x="253" y="336"/>
                </a:cubicBezTo>
                <a:moveTo>
                  <a:pt x="257" y="1262"/>
                </a:moveTo>
                <a:cubicBezTo>
                  <a:pt x="265" y="1262"/>
                  <a:pt x="273" y="1259"/>
                  <a:pt x="279" y="1253"/>
                </a:cubicBezTo>
                <a:cubicBezTo>
                  <a:pt x="285" y="1247"/>
                  <a:pt x="288" y="1239"/>
                  <a:pt x="288" y="1230"/>
                </a:cubicBezTo>
                <a:cubicBezTo>
                  <a:pt x="288" y="1222"/>
                  <a:pt x="285" y="1214"/>
                  <a:pt x="279" y="1208"/>
                </a:cubicBezTo>
                <a:cubicBezTo>
                  <a:pt x="273" y="1202"/>
                  <a:pt x="265" y="1199"/>
                  <a:pt x="257" y="1199"/>
                </a:cubicBezTo>
                <a:cubicBezTo>
                  <a:pt x="248" y="1199"/>
                  <a:pt x="240" y="1202"/>
                  <a:pt x="234" y="1208"/>
                </a:cubicBezTo>
                <a:cubicBezTo>
                  <a:pt x="228" y="1214"/>
                  <a:pt x="225" y="1222"/>
                  <a:pt x="225" y="1230"/>
                </a:cubicBezTo>
                <a:cubicBezTo>
                  <a:pt x="225" y="1239"/>
                  <a:pt x="228" y="1247"/>
                  <a:pt x="234" y="1253"/>
                </a:cubicBezTo>
                <a:cubicBezTo>
                  <a:pt x="240" y="1259"/>
                  <a:pt x="248" y="1262"/>
                  <a:pt x="257" y="1262"/>
                </a:cubicBezTo>
                <a:moveTo>
                  <a:pt x="261" y="434"/>
                </a:moveTo>
                <a:cubicBezTo>
                  <a:pt x="269" y="434"/>
                  <a:pt x="277" y="430"/>
                  <a:pt x="283" y="424"/>
                </a:cubicBezTo>
                <a:cubicBezTo>
                  <a:pt x="289" y="419"/>
                  <a:pt x="292" y="411"/>
                  <a:pt x="292" y="402"/>
                </a:cubicBezTo>
                <a:cubicBezTo>
                  <a:pt x="292" y="394"/>
                  <a:pt x="289" y="386"/>
                  <a:pt x="283" y="380"/>
                </a:cubicBezTo>
                <a:cubicBezTo>
                  <a:pt x="277" y="374"/>
                  <a:pt x="269" y="371"/>
                  <a:pt x="261" y="371"/>
                </a:cubicBezTo>
                <a:cubicBezTo>
                  <a:pt x="252" y="371"/>
                  <a:pt x="244" y="374"/>
                  <a:pt x="238" y="380"/>
                </a:cubicBezTo>
                <a:cubicBezTo>
                  <a:pt x="232" y="386"/>
                  <a:pt x="229" y="394"/>
                  <a:pt x="229" y="402"/>
                </a:cubicBezTo>
                <a:cubicBezTo>
                  <a:pt x="229" y="411"/>
                  <a:pt x="232" y="419"/>
                  <a:pt x="238" y="424"/>
                </a:cubicBezTo>
                <a:cubicBezTo>
                  <a:pt x="244" y="430"/>
                  <a:pt x="252" y="434"/>
                  <a:pt x="261" y="434"/>
                </a:cubicBezTo>
                <a:moveTo>
                  <a:pt x="265" y="1153"/>
                </a:moveTo>
                <a:cubicBezTo>
                  <a:pt x="273" y="1153"/>
                  <a:pt x="281" y="1149"/>
                  <a:pt x="287" y="1143"/>
                </a:cubicBezTo>
                <a:cubicBezTo>
                  <a:pt x="293" y="1137"/>
                  <a:pt x="296" y="1129"/>
                  <a:pt x="296" y="1121"/>
                </a:cubicBezTo>
                <a:cubicBezTo>
                  <a:pt x="296" y="1113"/>
                  <a:pt x="293" y="1105"/>
                  <a:pt x="287" y="1099"/>
                </a:cubicBezTo>
                <a:cubicBezTo>
                  <a:pt x="281" y="1093"/>
                  <a:pt x="273" y="1089"/>
                  <a:pt x="265" y="1089"/>
                </a:cubicBezTo>
                <a:cubicBezTo>
                  <a:pt x="256" y="1089"/>
                  <a:pt x="248" y="1093"/>
                  <a:pt x="242" y="1099"/>
                </a:cubicBezTo>
                <a:cubicBezTo>
                  <a:pt x="236" y="1105"/>
                  <a:pt x="233" y="1113"/>
                  <a:pt x="233" y="1121"/>
                </a:cubicBezTo>
                <a:cubicBezTo>
                  <a:pt x="233" y="1129"/>
                  <a:pt x="236" y="1137"/>
                  <a:pt x="242" y="1143"/>
                </a:cubicBezTo>
                <a:cubicBezTo>
                  <a:pt x="248" y="1149"/>
                  <a:pt x="256" y="1153"/>
                  <a:pt x="265" y="1153"/>
                </a:cubicBezTo>
                <a:moveTo>
                  <a:pt x="269" y="352"/>
                </a:moveTo>
                <a:cubicBezTo>
                  <a:pt x="277" y="352"/>
                  <a:pt x="285" y="349"/>
                  <a:pt x="291" y="343"/>
                </a:cubicBezTo>
                <a:cubicBezTo>
                  <a:pt x="297" y="337"/>
                  <a:pt x="300" y="329"/>
                  <a:pt x="300" y="320"/>
                </a:cubicBezTo>
                <a:cubicBezTo>
                  <a:pt x="300" y="312"/>
                  <a:pt x="297" y="304"/>
                  <a:pt x="291" y="298"/>
                </a:cubicBezTo>
                <a:cubicBezTo>
                  <a:pt x="285" y="292"/>
                  <a:pt x="277" y="289"/>
                  <a:pt x="269" y="289"/>
                </a:cubicBezTo>
                <a:cubicBezTo>
                  <a:pt x="260" y="289"/>
                  <a:pt x="252" y="292"/>
                  <a:pt x="246" y="298"/>
                </a:cubicBezTo>
                <a:cubicBezTo>
                  <a:pt x="240" y="304"/>
                  <a:pt x="237" y="312"/>
                  <a:pt x="237" y="320"/>
                </a:cubicBezTo>
                <a:cubicBezTo>
                  <a:pt x="237" y="329"/>
                  <a:pt x="240" y="337"/>
                  <a:pt x="246" y="343"/>
                </a:cubicBezTo>
                <a:cubicBezTo>
                  <a:pt x="252" y="349"/>
                  <a:pt x="260" y="352"/>
                  <a:pt x="269" y="352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textbox 148"/>
          <p:cNvSpPr/>
          <p:nvPr/>
        </p:nvSpPr>
        <p:spPr>
          <a:xfrm>
            <a:off x="10163848" y="7044401"/>
            <a:ext cx="975360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9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101 frames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(505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ms)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10155517" y="5364637"/>
            <a:ext cx="925194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9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21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frames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(105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ms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6987524" y="7044401"/>
            <a:ext cx="923925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9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51 frames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(255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s)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6994501" y="5364637"/>
            <a:ext cx="851535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9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11 frames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(55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ms)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6987524" y="3684872"/>
            <a:ext cx="808355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9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 frames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(15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ms)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10156871" y="3684872"/>
            <a:ext cx="808355" cy="167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19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 frames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(25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ms)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60" name="textbox 160"/>
          <p:cNvSpPr/>
          <p:nvPr/>
        </p:nvSpPr>
        <p:spPr>
          <a:xfrm rot="16200000">
            <a:off x="-141776" y="1461153"/>
            <a:ext cx="767080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60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Percentage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(%)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62" name="path 162"/>
          <p:cNvSpPr/>
          <p:nvPr/>
        </p:nvSpPr>
        <p:spPr>
          <a:xfrm>
            <a:off x="7473655" y="4188883"/>
            <a:ext cx="141119" cy="410599"/>
          </a:xfrm>
          <a:custGeom>
            <a:avLst/>
            <a:gdLst/>
            <a:ahLst/>
            <a:cxnLst/>
            <a:rect l="0" t="0" r="0" b="0"/>
            <a:pathLst>
              <a:path w="222" h="646">
                <a:moveTo>
                  <a:pt x="38" y="69"/>
                </a:moveTo>
                <a:cubicBezTo>
                  <a:pt x="46" y="69"/>
                  <a:pt x="54" y="66"/>
                  <a:pt x="60" y="60"/>
                </a:cubicBezTo>
                <a:cubicBezTo>
                  <a:pt x="66" y="54"/>
                  <a:pt x="69" y="46"/>
                  <a:pt x="69" y="38"/>
                </a:cubicBezTo>
                <a:cubicBezTo>
                  <a:pt x="69" y="29"/>
                  <a:pt x="66" y="21"/>
                  <a:pt x="60" y="15"/>
                </a:cubicBezTo>
                <a:cubicBezTo>
                  <a:pt x="54" y="9"/>
                  <a:pt x="46" y="6"/>
                  <a:pt x="38" y="6"/>
                </a:cubicBezTo>
                <a:cubicBezTo>
                  <a:pt x="29" y="6"/>
                  <a:pt x="21" y="9"/>
                  <a:pt x="15" y="15"/>
                </a:cubicBezTo>
                <a:cubicBezTo>
                  <a:pt x="9" y="21"/>
                  <a:pt x="6" y="29"/>
                  <a:pt x="6" y="38"/>
                </a:cubicBezTo>
                <a:cubicBezTo>
                  <a:pt x="6" y="46"/>
                  <a:pt x="9" y="54"/>
                  <a:pt x="15" y="60"/>
                </a:cubicBezTo>
                <a:cubicBezTo>
                  <a:pt x="21" y="66"/>
                  <a:pt x="29" y="69"/>
                  <a:pt x="38" y="69"/>
                </a:cubicBezTo>
                <a:moveTo>
                  <a:pt x="78" y="275"/>
                </a:moveTo>
                <a:cubicBezTo>
                  <a:pt x="87" y="275"/>
                  <a:pt x="95" y="272"/>
                  <a:pt x="101" y="266"/>
                </a:cubicBezTo>
                <a:cubicBezTo>
                  <a:pt x="106" y="260"/>
                  <a:pt x="110" y="252"/>
                  <a:pt x="110" y="243"/>
                </a:cubicBezTo>
                <a:cubicBezTo>
                  <a:pt x="110" y="235"/>
                  <a:pt x="106" y="227"/>
                  <a:pt x="101" y="221"/>
                </a:cubicBezTo>
                <a:cubicBezTo>
                  <a:pt x="95" y="215"/>
                  <a:pt x="87" y="212"/>
                  <a:pt x="78" y="212"/>
                </a:cubicBezTo>
                <a:cubicBezTo>
                  <a:pt x="70" y="212"/>
                  <a:pt x="62" y="215"/>
                  <a:pt x="56" y="221"/>
                </a:cubicBezTo>
                <a:cubicBezTo>
                  <a:pt x="50" y="227"/>
                  <a:pt x="47" y="235"/>
                  <a:pt x="47" y="243"/>
                </a:cubicBezTo>
                <a:cubicBezTo>
                  <a:pt x="47" y="252"/>
                  <a:pt x="50" y="260"/>
                  <a:pt x="56" y="266"/>
                </a:cubicBezTo>
                <a:cubicBezTo>
                  <a:pt x="62" y="272"/>
                  <a:pt x="70" y="275"/>
                  <a:pt x="78" y="275"/>
                </a:cubicBezTo>
                <a:moveTo>
                  <a:pt x="184" y="640"/>
                </a:moveTo>
                <a:cubicBezTo>
                  <a:pt x="192" y="640"/>
                  <a:pt x="200" y="636"/>
                  <a:pt x="206" y="630"/>
                </a:cubicBezTo>
                <a:cubicBezTo>
                  <a:pt x="212" y="624"/>
                  <a:pt x="215" y="616"/>
                  <a:pt x="215" y="608"/>
                </a:cubicBezTo>
                <a:cubicBezTo>
                  <a:pt x="215" y="600"/>
                  <a:pt x="212" y="592"/>
                  <a:pt x="206" y="586"/>
                </a:cubicBezTo>
                <a:cubicBezTo>
                  <a:pt x="200" y="580"/>
                  <a:pt x="192" y="576"/>
                  <a:pt x="184" y="576"/>
                </a:cubicBezTo>
                <a:cubicBezTo>
                  <a:pt x="175" y="576"/>
                  <a:pt x="167" y="580"/>
                  <a:pt x="161" y="586"/>
                </a:cubicBezTo>
                <a:cubicBezTo>
                  <a:pt x="155" y="592"/>
                  <a:pt x="152" y="600"/>
                  <a:pt x="152" y="608"/>
                </a:cubicBezTo>
                <a:cubicBezTo>
                  <a:pt x="152" y="616"/>
                  <a:pt x="155" y="624"/>
                  <a:pt x="161" y="630"/>
                </a:cubicBezTo>
                <a:cubicBezTo>
                  <a:pt x="167" y="636"/>
                  <a:pt x="175" y="640"/>
                  <a:pt x="184" y="640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4" name="textbox 164"/>
          <p:cNvSpPr/>
          <p:nvPr/>
        </p:nvSpPr>
        <p:spPr>
          <a:xfrm>
            <a:off x="3815053" y="7076997"/>
            <a:ext cx="615315" cy="124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Watching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TV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4379048" y="1154746"/>
            <a:ext cx="340995" cy="154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10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67.63%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652474" y="7076997"/>
            <a:ext cx="399415" cy="124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Drinking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3815053" y="3717468"/>
            <a:ext cx="391159" cy="124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Walking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9967716" y="1649786"/>
            <a:ext cx="290829" cy="154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10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44.8%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7955555" y="472554"/>
            <a:ext cx="288290" cy="154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010"/>
              </a:lnSpc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99.1%</a:t>
            </a:r>
            <a:endParaRPr sz="700" dirty="0">
              <a:latin typeface="Arial"/>
              <a:ea typeface="Arial"/>
              <a:cs typeface="Arial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3818489" y="5395983"/>
            <a:ext cx="287020" cy="123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6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Sleep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649142" y="3716218"/>
            <a:ext cx="281304" cy="1168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5000"/>
              </a:lnSpc>
              <a:tabLst/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Static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652995" y="5397233"/>
            <a:ext cx="184785" cy="115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Fall</a:t>
            </a:r>
            <a:endParaRPr sz="800" dirty="0">
              <a:latin typeface="Arial"/>
              <a:ea typeface="Arial"/>
              <a:cs typeface="Arial"/>
            </a:endParaRPr>
          </a:p>
        </p:txBody>
      </p:sp>
      <p:sp>
        <p:nvSpPr>
          <p:cNvPr id="182" name="path 182"/>
          <p:cNvSpPr/>
          <p:nvPr/>
        </p:nvSpPr>
        <p:spPr>
          <a:xfrm>
            <a:off x="7643611" y="3947784"/>
            <a:ext cx="87041" cy="49097"/>
          </a:xfrm>
          <a:custGeom>
            <a:avLst/>
            <a:gdLst/>
            <a:ahLst/>
            <a:cxnLst/>
            <a:rect l="0" t="0" r="0" b="0"/>
            <a:pathLst>
              <a:path w="137" h="77">
                <a:moveTo>
                  <a:pt x="38" y="70"/>
                </a:moveTo>
                <a:cubicBezTo>
                  <a:pt x="46" y="70"/>
                  <a:pt x="54" y="67"/>
                  <a:pt x="60" y="61"/>
                </a:cubicBezTo>
                <a:cubicBezTo>
                  <a:pt x="66" y="55"/>
                  <a:pt x="69" y="47"/>
                  <a:pt x="69" y="39"/>
                </a:cubicBezTo>
                <a:cubicBezTo>
                  <a:pt x="69" y="30"/>
                  <a:pt x="66" y="22"/>
                  <a:pt x="60" y="16"/>
                </a:cubicBezTo>
                <a:cubicBezTo>
                  <a:pt x="54" y="10"/>
                  <a:pt x="46" y="7"/>
                  <a:pt x="38" y="7"/>
                </a:cubicBezTo>
                <a:cubicBezTo>
                  <a:pt x="29" y="7"/>
                  <a:pt x="21" y="10"/>
                  <a:pt x="15" y="16"/>
                </a:cubicBezTo>
                <a:cubicBezTo>
                  <a:pt x="9" y="22"/>
                  <a:pt x="6" y="30"/>
                  <a:pt x="6" y="39"/>
                </a:cubicBezTo>
                <a:cubicBezTo>
                  <a:pt x="6" y="47"/>
                  <a:pt x="9" y="55"/>
                  <a:pt x="15" y="61"/>
                </a:cubicBezTo>
                <a:cubicBezTo>
                  <a:pt x="21" y="67"/>
                  <a:pt x="29" y="70"/>
                  <a:pt x="38" y="70"/>
                </a:cubicBezTo>
                <a:moveTo>
                  <a:pt x="98" y="69"/>
                </a:moveTo>
                <a:cubicBezTo>
                  <a:pt x="107" y="69"/>
                  <a:pt x="115" y="66"/>
                  <a:pt x="121" y="60"/>
                </a:cubicBezTo>
                <a:cubicBezTo>
                  <a:pt x="127" y="54"/>
                  <a:pt x="130" y="46"/>
                  <a:pt x="130" y="38"/>
                </a:cubicBezTo>
                <a:cubicBezTo>
                  <a:pt x="130" y="29"/>
                  <a:pt x="127" y="21"/>
                  <a:pt x="121" y="15"/>
                </a:cubicBezTo>
                <a:cubicBezTo>
                  <a:pt x="115" y="9"/>
                  <a:pt x="107" y="6"/>
                  <a:pt x="98" y="6"/>
                </a:cubicBezTo>
                <a:cubicBezTo>
                  <a:pt x="90" y="6"/>
                  <a:pt x="82" y="9"/>
                  <a:pt x="76" y="15"/>
                </a:cubicBezTo>
                <a:cubicBezTo>
                  <a:pt x="70" y="21"/>
                  <a:pt x="67" y="29"/>
                  <a:pt x="67" y="38"/>
                </a:cubicBezTo>
                <a:cubicBezTo>
                  <a:pt x="67" y="46"/>
                  <a:pt x="70" y="54"/>
                  <a:pt x="76" y="60"/>
                </a:cubicBezTo>
                <a:cubicBezTo>
                  <a:pt x="82" y="66"/>
                  <a:pt x="90" y="69"/>
                  <a:pt x="98" y="69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4" name="path 184"/>
          <p:cNvSpPr/>
          <p:nvPr/>
        </p:nvSpPr>
        <p:spPr>
          <a:xfrm>
            <a:off x="10859312" y="3879889"/>
            <a:ext cx="48415" cy="48415"/>
          </a:xfrm>
          <a:custGeom>
            <a:avLst/>
            <a:gdLst/>
            <a:ahLst/>
            <a:cxnLst/>
            <a:rect l="0" t="0" r="0" b="0"/>
            <a:pathLst>
              <a:path w="76" h="76">
                <a:moveTo>
                  <a:pt x="38" y="69"/>
                </a:moveTo>
                <a:cubicBezTo>
                  <a:pt x="46" y="69"/>
                  <a:pt x="54" y="66"/>
                  <a:pt x="60" y="60"/>
                </a:cubicBezTo>
                <a:cubicBezTo>
                  <a:pt x="66" y="54"/>
                  <a:pt x="69" y="46"/>
                  <a:pt x="69" y="38"/>
                </a:cubicBezTo>
                <a:cubicBezTo>
                  <a:pt x="69" y="29"/>
                  <a:pt x="66" y="21"/>
                  <a:pt x="60" y="15"/>
                </a:cubicBezTo>
                <a:cubicBezTo>
                  <a:pt x="54" y="9"/>
                  <a:pt x="46" y="6"/>
                  <a:pt x="38" y="6"/>
                </a:cubicBezTo>
                <a:cubicBezTo>
                  <a:pt x="29" y="6"/>
                  <a:pt x="21" y="9"/>
                  <a:pt x="15" y="15"/>
                </a:cubicBezTo>
                <a:cubicBezTo>
                  <a:pt x="9" y="21"/>
                  <a:pt x="6" y="29"/>
                  <a:pt x="6" y="38"/>
                </a:cubicBezTo>
                <a:cubicBezTo>
                  <a:pt x="6" y="46"/>
                  <a:pt x="9" y="54"/>
                  <a:pt x="15" y="60"/>
                </a:cubicBezTo>
                <a:cubicBezTo>
                  <a:pt x="21" y="66"/>
                  <a:pt x="29" y="69"/>
                  <a:pt x="38" y="69"/>
                </a:cubicBezTo>
              </a:path>
            </a:pathLst>
          </a:custGeom>
          <a:noFill/>
          <a:ln w="8255" cap="flat">
            <a:solidFill>
              <a:srgbClr val="D55E00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Matplotlib v3.10.6, https://matplotlib.org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2026-09-08T22:20:53Z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2026-09-10T15:19:18</vt:filetime>
  </property>
</Properties>
</file>